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6" r:id="rId4"/>
    <p:sldId id="261" r:id="rId5"/>
    <p:sldId id="258" r:id="rId6"/>
    <p:sldId id="259" r:id="rId7"/>
    <p:sldId id="260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CE29D-9880-932E-D628-A142D1C17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7D8B41-C331-E9E9-5C93-2FC62A568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8F4622-28B5-FFCD-4003-A2686C57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649036-F737-9ABD-47C1-D1D8E2952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A86E91-ABDA-3720-A9B4-0F9FA691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70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00393-EA97-6CFD-28CC-CF8A3C96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BCFA92-E598-1B13-4DB8-D11702352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1B4FE4-9E34-5ED2-9640-C231BBE3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19E65B-5CD3-31A1-281A-D165C905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85FD81-80D4-105F-1CE3-86FFB418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5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A2E7B-5E22-1245-0BEC-B866A7FF4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EDE564-E236-9176-46DE-65A220CBC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0D3A21-7CCA-1104-6372-3747587F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75FA4-2AC7-95B3-BB0D-CE667D52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8082E4-1DB2-0D52-FB28-63E4A412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55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2372E-4676-FB62-246E-C31F66C03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A19C58-25D0-7D13-750A-39FFA8837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73F03F-D606-72D8-4999-980F78E3D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E11DA1-16D6-00DF-4672-BAC14733D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7B37DF-312F-0C2D-1597-61A80E57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045558-B891-493B-4A85-70D405BA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60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A9147-D4BA-C4CE-E731-A934E4F8D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69FBE0-AE86-448B-4DBB-40DD883AC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AC7C99-904B-1D39-C3B7-71C8862AD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648F0B-E4BB-7F0C-41A6-80527FA3C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3F30ED-1B07-9796-36D4-67D918223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3C54C5-3803-8FF9-FD64-D59AD745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192176-9457-8055-0124-126B7E82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F78414-2625-2766-4950-5FEBB130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822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AA997-5170-9FE6-CAA7-59241899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4CBC8C-A658-1F9A-BACB-65AEFAE6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39A528-2D05-B21B-72F0-D18ABE97C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1E4140-A7EB-B15F-56C1-F1426941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63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42033A-7327-7F5F-15C7-131D6698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513F59-9F7C-7E02-CF5D-3E2FFB48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8168EE-4B7C-513B-0CB1-60D134E2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232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80DD6-89B7-2A97-7E5A-23AB459A4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8C520-DDE2-C4D3-54F2-2C22660FE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C9A84D-550B-6796-583F-4347FD325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E4F98B-2440-D8AF-7F91-974A9249F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B43B2D-7F97-E6D6-D9DB-267F4258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D955A4-9AF5-556B-CEA1-E5B72549B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2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0B957-A50D-788A-8109-9E14A919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516C9DF-5A06-B805-DDB4-469DDA7B9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649D32-27BB-27DF-E5AD-A831B2BF1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37BFEF-2AD9-918F-02C1-33AB0379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E77D1B-157D-8955-9675-EFD61F73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772B5A-6FC8-1FE2-B575-42DDCD43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86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340DD-8B43-143C-497F-7527A3CB2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31CF6F-138F-33FD-5373-23A48326F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44B1CC-BB68-3A61-049E-AADDBCDF8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7016D5-F389-7B4F-E34E-4DD7D659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C6F48D-0982-4BC1-984C-0C026E03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91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23C95F-E0A5-2762-0BFD-A430F38BA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120992-8398-8EC5-AAC8-4D22EF603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3BBAA2-1FFE-79B3-7472-24BE6205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FF1319-F66B-ADE6-E24A-79970C29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02BF3C-8BA2-45ED-11EE-29182421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364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991F51-A3C2-8AFB-9982-EB83D772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7FAB34-CAD5-AF38-964D-70A06860D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E20D6D-E858-97B0-8A9D-3FFE75D88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7127-1208-4E78-8A9A-8E8A84E59D47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B2688-8B0A-C461-C56A-AC789A0A3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8C9292-44EA-6F40-3473-C58CFF07E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0CB30-76A0-40AF-B353-3D83AE019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14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60B50-60E5-3131-E59E-5780E4B8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1AE226-802A-1774-4D4F-AC7AF40F832E}"/>
              </a:ext>
            </a:extLst>
          </p:cNvPr>
          <p:cNvSpPr txBox="1"/>
          <p:nvPr/>
        </p:nvSpPr>
        <p:spPr>
          <a:xfrm>
            <a:off x="600635" y="197224"/>
            <a:ext cx="2841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ZCU DV</a:t>
            </a:r>
            <a:r>
              <a:rPr lang="zh-CN" altLang="en-US" dirty="0"/>
              <a:t>测试项目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B9729A-2097-14BF-03DE-A48B5E6D4C08}"/>
              </a:ext>
            </a:extLst>
          </p:cNvPr>
          <p:cNvSpPr txBox="1"/>
          <p:nvPr/>
        </p:nvSpPr>
        <p:spPr>
          <a:xfrm>
            <a:off x="672353" y="566678"/>
            <a:ext cx="54236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1.ZCU</a:t>
            </a:r>
            <a:r>
              <a:rPr lang="zh-CN" altLang="en-US" dirty="0"/>
              <a:t>输入</a:t>
            </a:r>
            <a:endParaRPr lang="en-US" altLang="zh-CN" dirty="0"/>
          </a:p>
          <a:p>
            <a:r>
              <a:rPr lang="en-US" altLang="zh-CN" dirty="0"/>
              <a:t>1.1 </a:t>
            </a:r>
            <a:r>
              <a:rPr lang="zh-CN" altLang="en-US" dirty="0"/>
              <a:t>模拟量输入</a:t>
            </a:r>
            <a:endParaRPr lang="en-US" altLang="zh-CN" dirty="0"/>
          </a:p>
          <a:p>
            <a:r>
              <a:rPr lang="en-US" altLang="zh-CN" dirty="0"/>
              <a:t>1.1.1 </a:t>
            </a:r>
            <a:r>
              <a:rPr lang="zh-CN" altLang="en-US" dirty="0"/>
              <a:t>直接模拟量输入</a:t>
            </a:r>
            <a:endParaRPr lang="en-US" altLang="zh-CN" dirty="0"/>
          </a:p>
          <a:p>
            <a:r>
              <a:rPr lang="en-US" altLang="zh-CN" dirty="0"/>
              <a:t>1.1.2 </a:t>
            </a:r>
            <a:r>
              <a:rPr lang="zh-CN" altLang="en-US" dirty="0"/>
              <a:t>串电阻分压输入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1.2 </a:t>
            </a:r>
            <a:r>
              <a:rPr lang="zh-CN" altLang="en-US" dirty="0"/>
              <a:t>数字量输入</a:t>
            </a:r>
            <a:endParaRPr lang="en-US" altLang="zh-CN" dirty="0"/>
          </a:p>
          <a:p>
            <a:r>
              <a:rPr lang="en-US" altLang="zh-CN" dirty="0"/>
              <a:t>1.2.1 </a:t>
            </a:r>
            <a:r>
              <a:rPr lang="zh-CN" altLang="en-US" dirty="0"/>
              <a:t>数字</a:t>
            </a:r>
            <a:r>
              <a:rPr lang="en-US" altLang="zh-CN" dirty="0"/>
              <a:t>IO</a:t>
            </a:r>
            <a:r>
              <a:rPr lang="zh-CN" altLang="en-US" dirty="0"/>
              <a:t>输入</a:t>
            </a:r>
            <a:endParaRPr lang="en-US" altLang="zh-CN" dirty="0"/>
          </a:p>
          <a:p>
            <a:r>
              <a:rPr lang="en-US" altLang="zh-CN" dirty="0"/>
              <a:t>1.2.1 </a:t>
            </a:r>
            <a:r>
              <a:rPr lang="zh-CN" altLang="en-US" dirty="0"/>
              <a:t>数字</a:t>
            </a:r>
            <a:r>
              <a:rPr lang="en-US" altLang="zh-CN" dirty="0"/>
              <a:t>PWM</a:t>
            </a:r>
            <a:r>
              <a:rPr lang="zh-CN" altLang="en-US" dirty="0"/>
              <a:t>输入</a:t>
            </a:r>
            <a:endParaRPr lang="en-US" altLang="zh-CN" dirty="0"/>
          </a:p>
          <a:p>
            <a:r>
              <a:rPr lang="zh-CN" altLang="en-US" dirty="0"/>
              <a:t>测试方法：</a:t>
            </a:r>
            <a:endParaRPr lang="en-US" altLang="zh-CN" dirty="0"/>
          </a:p>
          <a:p>
            <a:r>
              <a:rPr lang="zh-CN" altLang="en-US" dirty="0"/>
              <a:t>外部输入激励源，通过接口读取内部测量结果。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46385E-C91F-26F3-90C4-10028E979278}"/>
              </a:ext>
            </a:extLst>
          </p:cNvPr>
          <p:cNvSpPr txBox="1"/>
          <p:nvPr/>
        </p:nvSpPr>
        <p:spPr>
          <a:xfrm>
            <a:off x="672353" y="3429000"/>
            <a:ext cx="54236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2.ZCU</a:t>
            </a:r>
            <a:r>
              <a:rPr lang="zh-CN" altLang="en-US" dirty="0"/>
              <a:t>输出</a:t>
            </a:r>
            <a:endParaRPr lang="en-US" altLang="zh-CN" dirty="0"/>
          </a:p>
          <a:p>
            <a:r>
              <a:rPr lang="en-US" altLang="zh-CN" dirty="0"/>
              <a:t>2.1 </a:t>
            </a:r>
            <a:r>
              <a:rPr lang="zh-CN" altLang="en-US" dirty="0"/>
              <a:t>高边输出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2.2 </a:t>
            </a:r>
            <a:r>
              <a:rPr lang="zh-CN" altLang="en-US" dirty="0"/>
              <a:t>低边输出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2.3 H</a:t>
            </a:r>
            <a:r>
              <a:rPr lang="zh-CN" altLang="en-US" dirty="0"/>
              <a:t>桥输出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测试方法：</a:t>
            </a:r>
            <a:endParaRPr lang="en-US" altLang="zh-CN" dirty="0"/>
          </a:p>
          <a:p>
            <a:r>
              <a:rPr lang="zh-CN" altLang="en-US" dirty="0"/>
              <a:t>连接负载，设置输出，通过内部</a:t>
            </a:r>
            <a:r>
              <a:rPr lang="en-US" altLang="zh-CN" dirty="0"/>
              <a:t>/</a:t>
            </a:r>
            <a:r>
              <a:rPr lang="zh-CN" altLang="en-US" dirty="0"/>
              <a:t>外部读取测量结果。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58FB98-DF4C-028B-AC60-8493E9DE71FF}"/>
              </a:ext>
            </a:extLst>
          </p:cNvPr>
          <p:cNvSpPr txBox="1"/>
          <p:nvPr/>
        </p:nvSpPr>
        <p:spPr>
          <a:xfrm>
            <a:off x="6696635" y="197224"/>
            <a:ext cx="54236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通讯测量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测量方式：一路主</a:t>
            </a:r>
            <a:r>
              <a:rPr lang="en-US" altLang="zh-CN" dirty="0"/>
              <a:t>CAN</a:t>
            </a:r>
            <a:r>
              <a:rPr lang="zh-CN" altLang="en-US" dirty="0"/>
              <a:t>通讯诊断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zh-CN" altLang="en-US" dirty="0"/>
              <a:t>其他通道换回</a:t>
            </a:r>
            <a:r>
              <a:rPr lang="en-US" altLang="zh-CN" dirty="0"/>
              <a:t>/</a:t>
            </a:r>
            <a:r>
              <a:rPr lang="zh-CN" altLang="en-US" dirty="0"/>
              <a:t>分时切换测量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F02656-94E1-C9D0-6930-5F1159B51E4B}"/>
              </a:ext>
            </a:extLst>
          </p:cNvPr>
          <p:cNvSpPr txBox="1"/>
          <p:nvPr/>
        </p:nvSpPr>
        <p:spPr>
          <a:xfrm>
            <a:off x="6696635" y="2151530"/>
            <a:ext cx="5423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特殊信号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如</a:t>
            </a:r>
            <a:r>
              <a:rPr lang="en-US" altLang="zh-CN" dirty="0"/>
              <a:t>PSI5 SENT </a:t>
            </a:r>
            <a:r>
              <a:rPr lang="zh-CN" altLang="en-US" dirty="0"/>
              <a:t>等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6600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A6DF-7432-5ECB-332F-5A54CE30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5BE3742-78B5-8E1C-E009-F2C66A4860A2}"/>
              </a:ext>
            </a:extLst>
          </p:cNvPr>
          <p:cNvSpPr txBox="1"/>
          <p:nvPr/>
        </p:nvSpPr>
        <p:spPr>
          <a:xfrm>
            <a:off x="600635" y="197224"/>
            <a:ext cx="2841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ZCU DV</a:t>
            </a:r>
            <a:r>
              <a:rPr lang="zh-CN" altLang="en-US" dirty="0"/>
              <a:t>测试核心问题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8DD842-4E20-CCE6-BE74-0E999B0443ED}"/>
              </a:ext>
            </a:extLst>
          </p:cNvPr>
          <p:cNvSpPr txBox="1"/>
          <p:nvPr/>
        </p:nvSpPr>
        <p:spPr>
          <a:xfrm>
            <a:off x="600635" y="700120"/>
            <a:ext cx="82027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连接可靠性问题</a:t>
            </a:r>
            <a:endParaRPr lang="en-US" altLang="zh-CN" dirty="0"/>
          </a:p>
          <a:p>
            <a:r>
              <a:rPr lang="zh-CN" altLang="en-US" dirty="0"/>
              <a:t>多次转接调理，连接造成稳定性差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异常时候排查问题</a:t>
            </a:r>
            <a:endParaRPr lang="en-US" altLang="zh-CN" dirty="0"/>
          </a:p>
          <a:p>
            <a:r>
              <a:rPr lang="zh-CN" altLang="en-US" dirty="0"/>
              <a:t>系统连接好以后，没有测试点，出问题时候排查困难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实验</a:t>
            </a:r>
            <a:r>
              <a:rPr lang="zh-CN" altLang="en-US" dirty="0">
                <a:solidFill>
                  <a:srgbClr val="FF0000"/>
                </a:solidFill>
              </a:rPr>
              <a:t>过程</a:t>
            </a:r>
            <a:r>
              <a:rPr lang="zh-CN" altLang="en-US" dirty="0"/>
              <a:t>数据丢失</a:t>
            </a:r>
            <a:endParaRPr lang="en-US" altLang="zh-CN" dirty="0"/>
          </a:p>
          <a:p>
            <a:r>
              <a:rPr lang="zh-CN" altLang="en-US" dirty="0"/>
              <a:t>不能完整记录整个实验过程中的数据，测试异常后，没有历史数据作为支持，很难确定问题点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4.</a:t>
            </a:r>
            <a:r>
              <a:rPr lang="zh-CN" altLang="en-US" dirty="0">
                <a:solidFill>
                  <a:srgbClr val="FF0000"/>
                </a:solidFill>
              </a:rPr>
              <a:t>其他难点？？</a:t>
            </a:r>
          </a:p>
        </p:txBody>
      </p:sp>
    </p:spTree>
    <p:extLst>
      <p:ext uri="{BB962C8B-B14F-4D97-AF65-F5344CB8AC3E}">
        <p14:creationId xmlns:p14="http://schemas.microsoft.com/office/powerpoint/2010/main" val="332156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B4E0126-FE1A-7F73-9BCA-4BACC068261C}"/>
              </a:ext>
            </a:extLst>
          </p:cNvPr>
          <p:cNvSpPr/>
          <p:nvPr/>
        </p:nvSpPr>
        <p:spPr>
          <a:xfrm>
            <a:off x="291352" y="679356"/>
            <a:ext cx="6837853" cy="27073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248315-0355-0E49-CCFF-81D54782EC40}"/>
              </a:ext>
            </a:extLst>
          </p:cNvPr>
          <p:cNvSpPr/>
          <p:nvPr/>
        </p:nvSpPr>
        <p:spPr>
          <a:xfrm>
            <a:off x="1378324" y="679356"/>
            <a:ext cx="1004047" cy="270734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B1A645-B188-BD08-45AF-F37C9913DFC5}"/>
              </a:ext>
            </a:extLst>
          </p:cNvPr>
          <p:cNvSpPr/>
          <p:nvPr/>
        </p:nvSpPr>
        <p:spPr>
          <a:xfrm>
            <a:off x="2606488" y="679356"/>
            <a:ext cx="1004047" cy="270734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62E0E49-BB1C-A469-F771-947FB63B8B03}"/>
              </a:ext>
            </a:extLst>
          </p:cNvPr>
          <p:cNvSpPr/>
          <p:nvPr/>
        </p:nvSpPr>
        <p:spPr>
          <a:xfrm>
            <a:off x="3863788" y="679355"/>
            <a:ext cx="1004047" cy="270734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B23002-9CE5-3333-ECA7-D74C1393E1BA}"/>
              </a:ext>
            </a:extLst>
          </p:cNvPr>
          <p:cNvSpPr/>
          <p:nvPr/>
        </p:nvSpPr>
        <p:spPr>
          <a:xfrm>
            <a:off x="5091953" y="690773"/>
            <a:ext cx="1004047" cy="270734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F99BFF-5BAC-687D-A314-98D9475C33A6}"/>
              </a:ext>
            </a:extLst>
          </p:cNvPr>
          <p:cNvSpPr/>
          <p:nvPr/>
        </p:nvSpPr>
        <p:spPr>
          <a:xfrm>
            <a:off x="291353" y="679356"/>
            <a:ext cx="1004047" cy="270734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7BA71A4-3901-081B-866A-53B0E3C48FA5}"/>
              </a:ext>
            </a:extLst>
          </p:cNvPr>
          <p:cNvSpPr txBox="1"/>
          <p:nvPr/>
        </p:nvSpPr>
        <p:spPr>
          <a:xfrm>
            <a:off x="291353" y="679356"/>
            <a:ext cx="1075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RK35xx</a:t>
            </a:r>
            <a:endParaRPr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3BDC406-FFC0-B62D-E7EF-2028490D3D14}"/>
              </a:ext>
            </a:extLst>
          </p:cNvPr>
          <p:cNvSpPr/>
          <p:nvPr/>
        </p:nvSpPr>
        <p:spPr>
          <a:xfrm>
            <a:off x="302559" y="1073803"/>
            <a:ext cx="685800" cy="2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/>
              <a:t>LAN_PC</a:t>
            </a:r>
            <a:endParaRPr lang="zh-CN" altLang="en-US" sz="10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19D586-A911-80E9-3488-64D3073F2296}"/>
              </a:ext>
            </a:extLst>
          </p:cNvPr>
          <p:cNvSpPr/>
          <p:nvPr/>
        </p:nvSpPr>
        <p:spPr>
          <a:xfrm>
            <a:off x="515471" y="2481262"/>
            <a:ext cx="779929" cy="2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000" dirty="0" err="1"/>
              <a:t>EtherCatM</a:t>
            </a:r>
            <a:endParaRPr lang="zh-CN" altLang="en-US" sz="1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B690F9A-AD63-7F98-4A0C-30CE663FC25B}"/>
              </a:ext>
            </a:extLst>
          </p:cNvPr>
          <p:cNvSpPr/>
          <p:nvPr/>
        </p:nvSpPr>
        <p:spPr>
          <a:xfrm>
            <a:off x="515470" y="2880752"/>
            <a:ext cx="5814745" cy="2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000" dirty="0"/>
              <a:t>CANFD</a:t>
            </a:r>
            <a:endParaRPr lang="zh-CN" altLang="en-US" sz="1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73CCFD4-8006-305F-C6A3-293E44092FBA}"/>
              </a:ext>
            </a:extLst>
          </p:cNvPr>
          <p:cNvSpPr/>
          <p:nvPr/>
        </p:nvSpPr>
        <p:spPr>
          <a:xfrm>
            <a:off x="302559" y="1416916"/>
            <a:ext cx="685800" cy="2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/>
              <a:t>CANFD</a:t>
            </a:r>
            <a:endParaRPr lang="zh-CN" altLang="en-US" sz="10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B984C80-A865-0F43-8285-BB53A0911CA0}"/>
              </a:ext>
            </a:extLst>
          </p:cNvPr>
          <p:cNvSpPr txBox="1"/>
          <p:nvPr/>
        </p:nvSpPr>
        <p:spPr>
          <a:xfrm>
            <a:off x="515470" y="2880752"/>
            <a:ext cx="779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CANFD</a:t>
            </a:r>
            <a:endParaRPr lang="zh-CN" altLang="en-US" sz="12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3387197-0B69-C77D-B45C-B15B6234CA47}"/>
              </a:ext>
            </a:extLst>
          </p:cNvPr>
          <p:cNvSpPr txBox="1"/>
          <p:nvPr/>
        </p:nvSpPr>
        <p:spPr>
          <a:xfrm>
            <a:off x="1306606" y="679356"/>
            <a:ext cx="1075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Slot</a:t>
            </a:r>
          </a:p>
          <a:p>
            <a:endParaRPr lang="en-US" altLang="zh-CN" sz="1200" dirty="0"/>
          </a:p>
          <a:p>
            <a:r>
              <a:rPr lang="zh-CN" altLang="en-US" sz="1200" dirty="0"/>
              <a:t>采集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0D5FCF-A978-8ECF-C6D6-16E644B44D25}"/>
              </a:ext>
            </a:extLst>
          </p:cNvPr>
          <p:cNvSpPr txBox="1"/>
          <p:nvPr/>
        </p:nvSpPr>
        <p:spPr>
          <a:xfrm>
            <a:off x="2570628" y="679355"/>
            <a:ext cx="1075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Slot</a:t>
            </a:r>
          </a:p>
          <a:p>
            <a:endParaRPr lang="en-US" altLang="zh-CN" sz="1200" dirty="0"/>
          </a:p>
          <a:p>
            <a:r>
              <a:rPr lang="zh-CN" altLang="en-US" sz="1200" dirty="0"/>
              <a:t>采集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A1F7CCC-71A5-12E1-517A-26875963C12F}"/>
              </a:ext>
            </a:extLst>
          </p:cNvPr>
          <p:cNvSpPr txBox="1"/>
          <p:nvPr/>
        </p:nvSpPr>
        <p:spPr>
          <a:xfrm>
            <a:off x="3827929" y="679355"/>
            <a:ext cx="1075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Slot</a:t>
            </a:r>
          </a:p>
          <a:p>
            <a:endParaRPr lang="en-US" altLang="zh-CN" sz="1200" dirty="0"/>
          </a:p>
          <a:p>
            <a:r>
              <a:rPr lang="zh-CN" altLang="en-US" sz="1200" dirty="0"/>
              <a:t>输出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5B7F6C-ED7C-D99B-C5FD-DBC5587EFD34}"/>
              </a:ext>
            </a:extLst>
          </p:cNvPr>
          <p:cNvSpPr txBox="1"/>
          <p:nvPr/>
        </p:nvSpPr>
        <p:spPr>
          <a:xfrm>
            <a:off x="5145744" y="679355"/>
            <a:ext cx="1075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slot</a:t>
            </a:r>
            <a:endParaRPr lang="zh-CN" altLang="en-US" sz="12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207C8B8-A943-C95F-7650-C586F5202E1E}"/>
              </a:ext>
            </a:extLst>
          </p:cNvPr>
          <p:cNvSpPr/>
          <p:nvPr/>
        </p:nvSpPr>
        <p:spPr>
          <a:xfrm>
            <a:off x="410139" y="1947795"/>
            <a:ext cx="685800" cy="2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SSD</a:t>
            </a:r>
            <a:endParaRPr lang="zh-CN" altLang="en-US" sz="1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3688309-15E7-AF1A-0881-98E100847A21}"/>
              </a:ext>
            </a:extLst>
          </p:cNvPr>
          <p:cNvSpPr txBox="1"/>
          <p:nvPr/>
        </p:nvSpPr>
        <p:spPr>
          <a:xfrm>
            <a:off x="188259" y="152400"/>
            <a:ext cx="186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总体框架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636A417-CDE8-FF20-3168-B61BB9E0987F}"/>
              </a:ext>
            </a:extLst>
          </p:cNvPr>
          <p:cNvCxnSpPr>
            <a:endCxn id="32" idx="0"/>
          </p:cNvCxnSpPr>
          <p:nvPr/>
        </p:nvCxnSpPr>
        <p:spPr>
          <a:xfrm flipH="1">
            <a:off x="4365812" y="251012"/>
            <a:ext cx="1730188" cy="4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E11542A-FBDB-5995-8E56-61F4BF238546}"/>
              </a:ext>
            </a:extLst>
          </p:cNvPr>
          <p:cNvSpPr txBox="1"/>
          <p:nvPr/>
        </p:nvSpPr>
        <p:spPr>
          <a:xfrm>
            <a:off x="6221509" y="152400"/>
            <a:ext cx="4190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一个机箱最大支持</a:t>
            </a:r>
            <a:r>
              <a:rPr lang="en-US" altLang="zh-CN" dirty="0"/>
              <a:t>14Slot 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3E67A45-219D-64A2-3BB3-F6780C04D181}"/>
              </a:ext>
            </a:extLst>
          </p:cNvPr>
          <p:cNvSpPr txBox="1"/>
          <p:nvPr/>
        </p:nvSpPr>
        <p:spPr>
          <a:xfrm>
            <a:off x="7407088" y="692589"/>
            <a:ext cx="4959162" cy="2083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带宽分析：</a:t>
            </a:r>
            <a:endParaRPr lang="en-US" altLang="zh-CN" dirty="0"/>
          </a:p>
          <a:p>
            <a:r>
              <a:rPr lang="en-US" altLang="zh-CN" dirty="0"/>
              <a:t>8Solt 256</a:t>
            </a:r>
            <a:r>
              <a:rPr lang="zh-CN" altLang="en-US" dirty="0"/>
              <a:t>路模拟量</a:t>
            </a:r>
            <a:r>
              <a:rPr lang="en-US" altLang="zh-CN" dirty="0"/>
              <a:t>+PWM</a:t>
            </a:r>
            <a:r>
              <a:rPr lang="zh-CN" altLang="en-US" dirty="0"/>
              <a:t>采样</a:t>
            </a:r>
            <a:endParaRPr lang="en-US" altLang="zh-CN" dirty="0"/>
          </a:p>
          <a:p>
            <a:r>
              <a:rPr lang="en-US" altLang="zh-CN" dirty="0"/>
              <a:t>1ms  48bit*256 = 12.288Kbit/</a:t>
            </a:r>
            <a:r>
              <a:rPr lang="en-US" altLang="zh-CN" dirty="0" err="1"/>
              <a:t>ms</a:t>
            </a:r>
            <a:r>
              <a:rPr lang="en-US" altLang="zh-CN" dirty="0"/>
              <a:t> = 13Mbit/s  </a:t>
            </a:r>
          </a:p>
          <a:p>
            <a:r>
              <a:rPr lang="en-US" altLang="zh-CN" dirty="0"/>
              <a:t>6slot 192</a:t>
            </a:r>
            <a:r>
              <a:rPr lang="zh-CN" altLang="en-US" dirty="0"/>
              <a:t>路输入</a:t>
            </a:r>
            <a:endParaRPr lang="en-US" altLang="zh-CN" dirty="0"/>
          </a:p>
          <a:p>
            <a:r>
              <a:rPr lang="en-US" altLang="zh-CN" dirty="0"/>
              <a:t>20ms 32bit*192 = 6.144kbit/20ms = 0.4Mbit/s</a:t>
            </a:r>
          </a:p>
          <a:p>
            <a:r>
              <a:rPr lang="zh-CN" altLang="en-US" dirty="0"/>
              <a:t>带宽用</a:t>
            </a:r>
            <a:r>
              <a:rPr lang="en-US" altLang="zh-CN" dirty="0" err="1"/>
              <a:t>EtherCat</a:t>
            </a:r>
            <a:r>
              <a:rPr lang="en-US" altLang="zh-CN" dirty="0"/>
              <a:t> </a:t>
            </a:r>
            <a:r>
              <a:rPr lang="zh-CN" altLang="en-US" dirty="0"/>
              <a:t>可以满足 但是协议如何满足？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F894A2-5BB9-5A63-76A2-0B6FA3831F14}"/>
              </a:ext>
            </a:extLst>
          </p:cNvPr>
          <p:cNvSpPr/>
          <p:nvPr/>
        </p:nvSpPr>
        <p:spPr>
          <a:xfrm>
            <a:off x="6330215" y="679355"/>
            <a:ext cx="1004047" cy="270734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2710256-AD3F-5474-656C-F6E6384FD727}"/>
              </a:ext>
            </a:extLst>
          </p:cNvPr>
          <p:cNvSpPr txBox="1"/>
          <p:nvPr/>
        </p:nvSpPr>
        <p:spPr>
          <a:xfrm>
            <a:off x="188259" y="4105835"/>
            <a:ext cx="109638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问题点：</a:t>
            </a:r>
            <a:endParaRPr lang="en-US" altLang="zh-CN" dirty="0"/>
          </a:p>
          <a:p>
            <a:r>
              <a:rPr lang="en-US" altLang="zh-CN" dirty="0"/>
              <a:t>CAN LIN </a:t>
            </a:r>
            <a:r>
              <a:rPr lang="zh-CN" altLang="en-US" dirty="0"/>
              <a:t>以太网通讯测试 如何解决？</a:t>
            </a:r>
            <a:endParaRPr lang="en-US" altLang="zh-CN" dirty="0"/>
          </a:p>
          <a:p>
            <a:r>
              <a:rPr lang="zh-CN" altLang="en-US" dirty="0"/>
              <a:t>不同厂家测试方法是不一样的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制作三种读取方式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UDS DBC XCP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如果有其他 再按需求开发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特殊信号如何解决？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canfd</a:t>
            </a:r>
            <a:r>
              <a:rPr lang="en-US" altLang="zh-CN" dirty="0"/>
              <a:t> </a:t>
            </a:r>
            <a:r>
              <a:rPr lang="zh-CN" altLang="en-US" dirty="0"/>
              <a:t>进行扩展？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DoIP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en-US" altLang="zh-CN" dirty="0" err="1">
                <a:solidFill>
                  <a:srgbClr val="FF0000"/>
                </a:solidFill>
              </a:rPr>
              <a:t>SomeIP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数据收发模组是否需要开发？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972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51B17-A551-2B8D-DF11-821B41510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A1C7D2-046F-8B23-9798-91ED37993AC4}"/>
              </a:ext>
            </a:extLst>
          </p:cNvPr>
          <p:cNvSpPr txBox="1"/>
          <p:nvPr/>
        </p:nvSpPr>
        <p:spPr>
          <a:xfrm>
            <a:off x="600635" y="197224"/>
            <a:ext cx="2841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板卡类型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5DAABC-83AA-B0D9-59DF-DDAB0C8699AF}"/>
              </a:ext>
            </a:extLst>
          </p:cNvPr>
          <p:cNvSpPr txBox="1"/>
          <p:nvPr/>
        </p:nvSpPr>
        <p:spPr>
          <a:xfrm>
            <a:off x="600635" y="843555"/>
            <a:ext cx="82027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处理主机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能确保</a:t>
            </a:r>
            <a:r>
              <a:rPr lang="en-US" altLang="zh-CN" dirty="0">
                <a:sym typeface="Wingdings" panose="05000000000000000000" pitchFamily="2" charset="2"/>
              </a:rPr>
              <a:t>14*32</a:t>
            </a:r>
            <a:r>
              <a:rPr lang="zh-CN" altLang="en-US" dirty="0">
                <a:sym typeface="Wingdings" panose="05000000000000000000" pitchFamily="2" charset="2"/>
              </a:rPr>
              <a:t>个通道 </a:t>
            </a:r>
            <a:r>
              <a:rPr lang="en-US" altLang="zh-CN" dirty="0">
                <a:sym typeface="Wingdings" panose="05000000000000000000" pitchFamily="2" charset="2"/>
              </a:rPr>
              <a:t>1ms </a:t>
            </a:r>
            <a:r>
              <a:rPr lang="zh-CN" altLang="en-US" dirty="0">
                <a:sym typeface="Wingdings" panose="05000000000000000000" pitchFamily="2" charset="2"/>
              </a:rPr>
              <a:t>实事采集并存储好数据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数字</a:t>
            </a:r>
            <a:r>
              <a:rPr lang="en-US" altLang="zh-CN" dirty="0"/>
              <a:t>/</a:t>
            </a:r>
            <a:r>
              <a:rPr lang="zh-CN" altLang="en-US" dirty="0"/>
              <a:t>模拟量输出模块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确保与控制器直连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数字</a:t>
            </a:r>
            <a:r>
              <a:rPr lang="en-US" altLang="zh-CN" dirty="0"/>
              <a:t>/</a:t>
            </a:r>
            <a:r>
              <a:rPr lang="zh-CN" altLang="en-US" dirty="0"/>
              <a:t>模拟量采集模块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与控制器直连，与负载并联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定制模块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通过</a:t>
            </a:r>
            <a:r>
              <a:rPr lang="en-US" altLang="zh-CN" dirty="0">
                <a:sym typeface="Wingdings" panose="05000000000000000000" pitchFamily="2" charset="2"/>
              </a:rPr>
              <a:t>CAN</a:t>
            </a:r>
            <a:r>
              <a:rPr lang="zh-CN" altLang="en-US" dirty="0">
                <a:sym typeface="Wingdings" panose="05000000000000000000" pitchFamily="2" charset="2"/>
              </a:rPr>
              <a:t>进行扩展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7629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DA685-AF73-B730-301F-66CB05D6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EE3FF4C-D302-1FC2-8AAB-50B2895DADEB}"/>
              </a:ext>
            </a:extLst>
          </p:cNvPr>
          <p:cNvSpPr txBox="1"/>
          <p:nvPr/>
        </p:nvSpPr>
        <p:spPr>
          <a:xfrm>
            <a:off x="600635" y="843555"/>
            <a:ext cx="8202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处理主机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4E88C33-C847-69EE-7494-A84853BA2797}"/>
              </a:ext>
            </a:extLst>
          </p:cNvPr>
          <p:cNvSpPr txBox="1"/>
          <p:nvPr/>
        </p:nvSpPr>
        <p:spPr>
          <a:xfrm>
            <a:off x="717176" y="1489886"/>
            <a:ext cx="100740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功能描述：</a:t>
            </a:r>
            <a:endParaRPr lang="en-US" altLang="zh-CN" dirty="0"/>
          </a:p>
          <a:p>
            <a:r>
              <a:rPr lang="en-US" altLang="zh-CN" dirty="0"/>
              <a:t>1.RK35XX </a:t>
            </a:r>
            <a:r>
              <a:rPr lang="zh-CN" altLang="en-US" dirty="0"/>
              <a:t>作为主机，采集并控制机箱内的</a:t>
            </a:r>
            <a:r>
              <a:rPr lang="en-US" altLang="zh-CN" dirty="0"/>
              <a:t>Slot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采用</a:t>
            </a:r>
            <a:r>
              <a:rPr lang="en-US" altLang="zh-CN" dirty="0" err="1"/>
              <a:t>EtherCat</a:t>
            </a:r>
            <a:r>
              <a:rPr lang="en-US" altLang="zh-CN" dirty="0"/>
              <a:t> </a:t>
            </a:r>
            <a:r>
              <a:rPr lang="zh-CN" altLang="en-US" dirty="0"/>
              <a:t>作为主机通讯接口，为兼容老的板卡预留</a:t>
            </a:r>
            <a:r>
              <a:rPr lang="en-US" altLang="zh-CN" dirty="0"/>
              <a:t>CANFD</a:t>
            </a:r>
            <a:r>
              <a:rPr lang="zh-CN" altLang="en-US" dirty="0"/>
              <a:t>接口；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采集频率最高</a:t>
            </a:r>
            <a:r>
              <a:rPr lang="en-US" altLang="zh-CN" dirty="0">
                <a:solidFill>
                  <a:srgbClr val="FF0000"/>
                </a:solidFill>
              </a:rPr>
              <a:t>1ms</a:t>
            </a:r>
            <a:r>
              <a:rPr lang="en-US" altLang="zh-CN" dirty="0"/>
              <a:t>, </a:t>
            </a:r>
            <a:r>
              <a:rPr lang="zh-CN" altLang="en-US" dirty="0"/>
              <a:t>采集到的数据存储在</a:t>
            </a:r>
            <a:r>
              <a:rPr lang="en-US" altLang="zh-CN" dirty="0"/>
              <a:t>SSD</a:t>
            </a:r>
            <a:r>
              <a:rPr lang="zh-CN" altLang="en-US" dirty="0"/>
              <a:t>中。（数据记录仪，能记录下整个实验过程）</a:t>
            </a:r>
            <a:endParaRPr lang="en-US" altLang="zh-CN" dirty="0"/>
          </a:p>
          <a:p>
            <a:r>
              <a:rPr lang="en-US" altLang="zh-CN" dirty="0"/>
              <a:t>3.LAN_PC  </a:t>
            </a:r>
            <a:r>
              <a:rPr lang="zh-CN" altLang="en-US" dirty="0"/>
              <a:t>通过</a:t>
            </a:r>
            <a:r>
              <a:rPr lang="en-US" altLang="zh-CN" dirty="0"/>
              <a:t>TCP </a:t>
            </a:r>
            <a:r>
              <a:rPr lang="zh-CN" altLang="en-US" dirty="0"/>
              <a:t>与</a:t>
            </a:r>
            <a:r>
              <a:rPr lang="en-US" altLang="zh-CN" dirty="0"/>
              <a:t>PC</a:t>
            </a:r>
            <a:r>
              <a:rPr lang="zh-CN" altLang="en-US" dirty="0"/>
              <a:t>通讯，实现数据的读取与控制。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>
                <a:solidFill>
                  <a:srgbClr val="FF0000"/>
                </a:solidFill>
              </a:rPr>
              <a:t>预留一路</a:t>
            </a:r>
            <a:r>
              <a:rPr lang="en-US" altLang="zh-CN" dirty="0">
                <a:solidFill>
                  <a:srgbClr val="FF0000"/>
                </a:solidFill>
              </a:rPr>
              <a:t>CANFD</a:t>
            </a:r>
            <a:r>
              <a:rPr lang="zh-CN" altLang="en-US" dirty="0">
                <a:solidFill>
                  <a:srgbClr val="FF0000"/>
                </a:solidFill>
              </a:rPr>
              <a:t>监测与产品的通讯并记录到</a:t>
            </a:r>
            <a:r>
              <a:rPr lang="en-US" altLang="zh-CN" dirty="0">
                <a:solidFill>
                  <a:srgbClr val="FF0000"/>
                </a:solidFill>
              </a:rPr>
              <a:t>SSD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主要用于后期数据排查，如何与采集数据同步是一个问题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还是直接当主</a:t>
            </a:r>
            <a:r>
              <a:rPr lang="en-US" altLang="zh-CN" dirty="0">
                <a:solidFill>
                  <a:srgbClr val="FF0000"/>
                </a:solidFill>
              </a:rPr>
              <a:t>CAN</a:t>
            </a:r>
            <a:r>
              <a:rPr lang="zh-CN" altLang="en-US" dirty="0">
                <a:solidFill>
                  <a:srgbClr val="FF0000"/>
                </a:solidFill>
              </a:rPr>
              <a:t>控制？？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5.EtherCat </a:t>
            </a:r>
            <a:r>
              <a:rPr lang="zh-CN" altLang="en-US" dirty="0"/>
              <a:t>带宽</a:t>
            </a:r>
            <a:r>
              <a:rPr lang="en-US" altLang="zh-CN" dirty="0"/>
              <a:t>100M</a:t>
            </a:r>
            <a:r>
              <a:rPr lang="zh-CN" altLang="en-US" dirty="0"/>
              <a:t>，采集卡不能把所有的值进行传输，故采集板卡需要做频率占空比和模拟量采集滤波，最后输出结果到主机</a:t>
            </a:r>
            <a:endParaRPr lang="en-US" altLang="zh-CN" dirty="0"/>
          </a:p>
          <a:p>
            <a:r>
              <a:rPr lang="en-US" altLang="zh-CN" dirty="0"/>
              <a:t>6.</a:t>
            </a:r>
            <a:r>
              <a:rPr lang="zh-CN" altLang="en-US" dirty="0">
                <a:highlight>
                  <a:srgbClr val="FFFF00"/>
                </a:highlight>
              </a:rPr>
              <a:t>预留一路</a:t>
            </a:r>
            <a:r>
              <a:rPr lang="en-US" altLang="zh-CN" dirty="0">
                <a:highlight>
                  <a:srgbClr val="FFFF00"/>
                </a:highlight>
              </a:rPr>
              <a:t>T1</a:t>
            </a:r>
            <a:r>
              <a:rPr lang="zh-CN" altLang="en-US" dirty="0">
                <a:highlight>
                  <a:srgbClr val="FFFF00"/>
                </a:highlight>
              </a:rPr>
              <a:t>以太网，完成打流交换机的一路功能？</a:t>
            </a:r>
          </a:p>
        </p:txBody>
      </p:sp>
    </p:spTree>
    <p:extLst>
      <p:ext uri="{BB962C8B-B14F-4D97-AF65-F5344CB8AC3E}">
        <p14:creationId xmlns:p14="http://schemas.microsoft.com/office/powerpoint/2010/main" val="380308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C4F01-0FFD-6600-5EE6-C4570CCC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192E369-4657-B9A3-8865-421364291648}"/>
              </a:ext>
            </a:extLst>
          </p:cNvPr>
          <p:cNvSpPr txBox="1"/>
          <p:nvPr/>
        </p:nvSpPr>
        <p:spPr>
          <a:xfrm>
            <a:off x="600635" y="843555"/>
            <a:ext cx="8202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数字</a:t>
            </a:r>
            <a:r>
              <a:rPr lang="en-US" altLang="zh-CN" dirty="0"/>
              <a:t>/</a:t>
            </a:r>
            <a:r>
              <a:rPr lang="zh-CN" altLang="en-US" dirty="0"/>
              <a:t>模拟量输出模块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318311-1F40-8437-42D4-CBA6EBCD838C}"/>
              </a:ext>
            </a:extLst>
          </p:cNvPr>
          <p:cNvSpPr txBox="1"/>
          <p:nvPr/>
        </p:nvSpPr>
        <p:spPr>
          <a:xfrm>
            <a:off x="824752" y="1271210"/>
            <a:ext cx="701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每个</a:t>
            </a:r>
            <a:r>
              <a:rPr lang="en-US" altLang="zh-CN" dirty="0"/>
              <a:t>PIN </a:t>
            </a:r>
            <a:r>
              <a:rPr lang="zh-CN" altLang="en-US" dirty="0"/>
              <a:t>都能输出模拟量  数字量 并回采当前的</a:t>
            </a:r>
            <a:r>
              <a:rPr lang="en-US" altLang="zh-CN" dirty="0"/>
              <a:t>PIN </a:t>
            </a:r>
            <a:r>
              <a:rPr lang="zh-CN" altLang="en-US" dirty="0"/>
              <a:t>电压值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76ABE4-8868-74B9-0B32-503C2CF8B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53" y="1827183"/>
            <a:ext cx="6253760" cy="32036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149C289-36A4-0A8B-4A9D-F229CBC217BE}"/>
              </a:ext>
            </a:extLst>
          </p:cNvPr>
          <p:cNvSpPr txBox="1"/>
          <p:nvPr/>
        </p:nvSpPr>
        <p:spPr>
          <a:xfrm>
            <a:off x="824752" y="5441576"/>
            <a:ext cx="736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解决问题：不用管输入管脚类型，不需要外部调理直接连接到</a:t>
            </a:r>
            <a:r>
              <a:rPr lang="en-US" altLang="zh-CN" dirty="0"/>
              <a:t>PIN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2068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8DBD-D407-9759-2D37-7182CE93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0384805-DFB9-B87D-FFE8-95986DEE3C5E}"/>
              </a:ext>
            </a:extLst>
          </p:cNvPr>
          <p:cNvSpPr txBox="1"/>
          <p:nvPr/>
        </p:nvSpPr>
        <p:spPr>
          <a:xfrm>
            <a:off x="600635" y="843555"/>
            <a:ext cx="8202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数字</a:t>
            </a:r>
            <a:r>
              <a:rPr lang="en-US" altLang="zh-CN" dirty="0"/>
              <a:t>/</a:t>
            </a:r>
            <a:r>
              <a:rPr lang="zh-CN" altLang="en-US" dirty="0"/>
              <a:t>模拟量采集模块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68634D-5418-95DC-A30D-935AA8500F41}"/>
              </a:ext>
            </a:extLst>
          </p:cNvPr>
          <p:cNvSpPr txBox="1"/>
          <p:nvPr/>
        </p:nvSpPr>
        <p:spPr>
          <a:xfrm>
            <a:off x="600635" y="1407459"/>
            <a:ext cx="920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单通道 支持最高</a:t>
            </a:r>
            <a:r>
              <a:rPr lang="en-US" altLang="zh-CN" dirty="0"/>
              <a:t>500K</a:t>
            </a:r>
            <a:r>
              <a:rPr lang="zh-CN" altLang="en-US" dirty="0"/>
              <a:t>采样频率进行模拟量采样，测量电压最高</a:t>
            </a:r>
            <a:r>
              <a:rPr lang="en-US" altLang="zh-CN" dirty="0"/>
              <a:t>±24V,</a:t>
            </a:r>
          </a:p>
          <a:p>
            <a:r>
              <a:rPr lang="zh-CN" altLang="en-US" dirty="0"/>
              <a:t>最高支持最高 </a:t>
            </a:r>
            <a:r>
              <a:rPr lang="en-US" altLang="zh-CN" dirty="0"/>
              <a:t>0.1us </a:t>
            </a:r>
            <a:r>
              <a:rPr lang="zh-CN" altLang="en-US" dirty="0"/>
              <a:t>脉宽测量，最低频率</a:t>
            </a:r>
            <a:r>
              <a:rPr lang="en-US" altLang="zh-CN" dirty="0"/>
              <a:t>0.5Hz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26FE4A-C9A0-5054-7DEC-DC61D97B9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35" y="2475200"/>
            <a:ext cx="4476190" cy="21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1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0960A-C2A9-8959-4191-54914557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C3792ECD-CDB0-B776-6D63-933EB7FC02AD}"/>
              </a:ext>
            </a:extLst>
          </p:cNvPr>
          <p:cNvSpPr/>
          <p:nvPr/>
        </p:nvSpPr>
        <p:spPr>
          <a:xfrm>
            <a:off x="4923266" y="388447"/>
            <a:ext cx="2345467" cy="36569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A788F6-491E-8793-093B-7E05C52F49AF}"/>
              </a:ext>
            </a:extLst>
          </p:cNvPr>
          <p:cNvSpPr txBox="1"/>
          <p:nvPr/>
        </p:nvSpPr>
        <p:spPr>
          <a:xfrm>
            <a:off x="5508812" y="511265"/>
            <a:ext cx="1174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DUT_Deal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C142BB6-1058-9B88-BA1D-6D9662EF7C57}"/>
              </a:ext>
            </a:extLst>
          </p:cNvPr>
          <p:cNvSpPr/>
          <p:nvPr/>
        </p:nvSpPr>
        <p:spPr>
          <a:xfrm>
            <a:off x="817135" y="424008"/>
            <a:ext cx="2824480" cy="35858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D3D3CD-FDFF-E7A5-D980-3DF839BBF8C8}"/>
              </a:ext>
            </a:extLst>
          </p:cNvPr>
          <p:cNvSpPr/>
          <p:nvPr/>
        </p:nvSpPr>
        <p:spPr>
          <a:xfrm>
            <a:off x="1223535" y="880597"/>
            <a:ext cx="1940560" cy="558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UI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F27998F-1622-DBEB-1B05-B9E5282BC17E}"/>
              </a:ext>
            </a:extLst>
          </p:cNvPr>
          <p:cNvSpPr/>
          <p:nvPr/>
        </p:nvSpPr>
        <p:spPr>
          <a:xfrm>
            <a:off x="2957982" y="2027213"/>
            <a:ext cx="660400" cy="396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API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2A5EE04-7EC3-DEFF-A4BD-1F373E3DC33D}"/>
              </a:ext>
            </a:extLst>
          </p:cNvPr>
          <p:cNvCxnSpPr>
            <a:stCxn id="8" idx="3"/>
            <a:endCxn id="5" idx="1"/>
          </p:cNvCxnSpPr>
          <p:nvPr/>
        </p:nvCxnSpPr>
        <p:spPr>
          <a:xfrm flipV="1">
            <a:off x="3641615" y="2216942"/>
            <a:ext cx="128165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B559353B-163C-5514-A98A-2292EADE545A}"/>
              </a:ext>
            </a:extLst>
          </p:cNvPr>
          <p:cNvSpPr txBox="1"/>
          <p:nvPr/>
        </p:nvSpPr>
        <p:spPr>
          <a:xfrm>
            <a:off x="4003041" y="1883169"/>
            <a:ext cx="811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LAN</a:t>
            </a:r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C2269E8-4721-5C7B-2DA7-3368AED088D7}"/>
              </a:ext>
            </a:extLst>
          </p:cNvPr>
          <p:cNvSpPr/>
          <p:nvPr/>
        </p:nvSpPr>
        <p:spPr>
          <a:xfrm>
            <a:off x="3571239" y="2803255"/>
            <a:ext cx="1422402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Hard.CFG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B627DA-7D17-F6DF-2159-8DAB75F3CAA4}"/>
              </a:ext>
            </a:extLst>
          </p:cNvPr>
          <p:cNvSpPr txBox="1"/>
          <p:nvPr/>
        </p:nvSpPr>
        <p:spPr>
          <a:xfrm>
            <a:off x="582706" y="4641058"/>
            <a:ext cx="109010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解决问题：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将硬件资源与测试完全分开，测试只专注于</a:t>
            </a:r>
            <a:r>
              <a:rPr lang="en-US" altLang="zh-CN" dirty="0"/>
              <a:t>UI</a:t>
            </a:r>
            <a:r>
              <a:rPr lang="zh-CN" altLang="en-US" dirty="0"/>
              <a:t>和客户脚本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解决检测困难问题，每个</a:t>
            </a:r>
            <a:r>
              <a:rPr lang="en-US" altLang="zh-CN" dirty="0"/>
              <a:t>PIN</a:t>
            </a:r>
            <a:r>
              <a:rPr lang="zh-CN" altLang="en-US" dirty="0"/>
              <a:t>在面板都有测试孔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优化了接线，所有连接都是点对点，不会有切换，可靠性高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全过程数据存储，解决问题排查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A6B29FB-14B9-7DE7-6361-52305C293F3E}"/>
              </a:ext>
            </a:extLst>
          </p:cNvPr>
          <p:cNvSpPr/>
          <p:nvPr/>
        </p:nvSpPr>
        <p:spPr>
          <a:xfrm>
            <a:off x="1228613" y="1562070"/>
            <a:ext cx="1935482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TestLogic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EBB70F8-6930-7190-0420-0142B34994D3}"/>
              </a:ext>
            </a:extLst>
          </p:cNvPr>
          <p:cNvSpPr/>
          <p:nvPr/>
        </p:nvSpPr>
        <p:spPr>
          <a:xfrm>
            <a:off x="8659308" y="388447"/>
            <a:ext cx="2824480" cy="35858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F146F0-5F21-D288-401E-0A9932A717BD}"/>
              </a:ext>
            </a:extLst>
          </p:cNvPr>
          <p:cNvSpPr txBox="1"/>
          <p:nvPr/>
        </p:nvSpPr>
        <p:spPr>
          <a:xfrm>
            <a:off x="8982635" y="511265"/>
            <a:ext cx="215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DataAnalysis</a:t>
            </a:r>
            <a:endParaRPr lang="zh-CN" altLang="en-US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642EE752-164E-C1FA-4AE2-96379BEF1D02}"/>
              </a:ext>
            </a:extLst>
          </p:cNvPr>
          <p:cNvSpPr/>
          <p:nvPr/>
        </p:nvSpPr>
        <p:spPr>
          <a:xfrm>
            <a:off x="7268733" y="1721224"/>
            <a:ext cx="1390575" cy="3328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Record.dat</a:t>
            </a:r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0314154-201C-9086-311C-698CC3773CCB}"/>
              </a:ext>
            </a:extLst>
          </p:cNvPr>
          <p:cNvSpPr/>
          <p:nvPr/>
        </p:nvSpPr>
        <p:spPr>
          <a:xfrm>
            <a:off x="3571239" y="3379708"/>
            <a:ext cx="1422402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System.CFG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9040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706</Words>
  <Application>Microsoft Office PowerPoint</Application>
  <PresentationFormat>宽屏</PresentationFormat>
  <Paragraphs>108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tl yu</dc:creator>
  <cp:lastModifiedBy>tl yu</cp:lastModifiedBy>
  <cp:revision>31</cp:revision>
  <dcterms:created xsi:type="dcterms:W3CDTF">2026-03-16T00:56:55Z</dcterms:created>
  <dcterms:modified xsi:type="dcterms:W3CDTF">2026-03-24T08:24:07Z</dcterms:modified>
</cp:coreProperties>
</file>