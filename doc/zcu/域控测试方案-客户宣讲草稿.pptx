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51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B9AAC5-90BA-EEB0-D24C-4AA6F263F5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376D28-2BB4-0F98-496C-D9954CE0EB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5A3D2D-9EEF-AA82-5BDF-D1AD6E3A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8AEA5-6247-4A90-AA2C-3FE2686030AD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707995-A6C7-AD42-46A9-9C51559CA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E3AEBE-E627-B30D-5356-981F842F8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B2B9C-2E74-4A73-AC74-3B0A45AEA1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935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34704B-A207-E90D-704B-151A1FDCF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B69B60-B877-D0A9-5ABF-FFB0D9C8FA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9D4051-2E7F-FC9A-A524-403EE41B8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8AEA5-6247-4A90-AA2C-3FE2686030AD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3C26AE7-CE43-3345-4F6A-63E38B8DA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7331AC-B092-4BF8-12DC-B89EB3411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B2B9C-2E74-4A73-AC74-3B0A45AEA1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386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CB26D0-C283-5ACE-C5D8-20B2653E6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C6D140-70DF-3D7E-F0DA-FC01C44B18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AC23AA-A09D-4092-9B2C-B63508174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8AEA5-6247-4A90-AA2C-3FE2686030AD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C58171-54B9-F51A-6DD2-770F3B350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3A423C-2109-3DE0-CA97-E3EAFBD6C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B2B9C-2E74-4A73-AC74-3B0A45AEA1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292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AB5301-3445-B1A8-329F-121EFD7F9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B88191-0E49-9DFB-5D05-11B53F41C7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975D75E-1DF0-D58B-CFAD-1F508CA5A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D93658F-B593-B9C0-E727-2F7DFD850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8AEA5-6247-4A90-AA2C-3FE2686030AD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3673B7-EB8A-884A-67BA-9D4E65288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CBF3CA-F4CD-B7E7-0A2C-0758A9B1B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B2B9C-2E74-4A73-AC74-3B0A45AEA1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226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C6E327-AE56-5084-D71B-A5A9D2C5E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5638C4D-3CE0-5F97-39DB-6988BA6E8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2E65215-3CB6-0D0B-C1E3-85204F7885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F1079CA-A319-BF2D-3C39-E9DA62EB74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A828EEE-34E7-1E27-C3F6-849882C0A5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BF230CE-7287-EF17-E871-6281D995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8AEA5-6247-4A90-AA2C-3FE2686030AD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0BF80F9-D82F-8F9F-B18D-5601944EF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A0B96F3-0CB0-4D7F-5C84-4D4A8910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B2B9C-2E74-4A73-AC74-3B0A45AEA1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101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82B752-4505-7CBB-14C1-0595A9E33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A3D496F-5FEE-BB58-3925-0B57041B0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8AEA5-6247-4A90-AA2C-3FE2686030AD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32B89E2-56FB-357F-FBB4-A41C167B2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72BC658-27A2-9FD4-4474-5BC4996A5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B2B9C-2E74-4A73-AC74-3B0A45AEA1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3234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665BAE-5BBA-9BBA-2D8B-94DF50713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8AEA5-6247-4A90-AA2C-3FE2686030AD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3AA174E-99E6-C493-8487-A698281E8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3E9059-F1A6-7413-68A5-121D780A9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B2B9C-2E74-4A73-AC74-3B0A45AEA1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376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9D0365-EF37-E9C1-2B0A-88CC35C19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8274E07-E36F-876E-D5D3-DAEE8D465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81904F-E792-5257-0379-C4E578B58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9719D2-E14D-5575-B2E8-D70AA90DC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8AEA5-6247-4A90-AA2C-3FE2686030AD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0010902-8104-E205-35B8-9DB35DA7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C597FA9-C977-CC76-8F1D-BDB094F8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B2B9C-2E74-4A73-AC74-3B0A45AEA1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1160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F4845B-9B63-B9F3-527B-C9B2267EC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8CA96C-3775-8DD5-71F5-C98A377F9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273AC82-49DB-1769-D65B-7FD4E4263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982EAD-AF03-6169-43C6-7B113DC90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8AEA5-6247-4A90-AA2C-3FE2686030AD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73D0D0-3A2F-267A-4E04-F2AF40049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A04BA0-DFF6-57A6-F240-195840616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B2B9C-2E74-4A73-AC74-3B0A45AEA1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7316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22BB46-E423-44B3-4F91-A1B94C9CD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69D2E6-2412-E2AB-C7AE-7FB5CFAA7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B48AD1-61DD-8054-1B32-D2A0B1F87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8AEA5-6247-4A90-AA2C-3FE2686030AD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CC3D5C-ED05-7C53-BC77-283E8B4EC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248E15-1FE6-F707-A993-F5E72C30D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B2B9C-2E74-4A73-AC74-3B0A45AEA1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49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DF15F3A-EF99-6CA6-B242-A65DF8D700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A902F5-35C2-78BC-215F-99A4D556A2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3ABD64-71CA-9511-B0A4-EF4F21444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8AEA5-6247-4A90-AA2C-3FE2686030AD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094AF4-7061-424E-EBD4-78C1770A2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76492C-2921-B43D-C1A3-761F41529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B2B9C-2E74-4A73-AC74-3B0A45AEA1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8695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783A8D0-3FBB-24C3-6944-3B3D15344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F1A762-194A-5CFD-061E-16B5CA222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9F64558-0D59-6C68-F14D-5C0DC70BAD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8AEA5-6247-4A90-AA2C-3FE2686030AD}" type="datetimeFigureOut">
              <a:rPr lang="zh-CN" altLang="en-US" smtClean="0"/>
              <a:t>2026/3/30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CF3E1A-E271-D4F8-EFF5-5F9BABBA13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24FBEBA-23E9-20A1-0B33-BA99AEB99B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B2B9C-2E74-4A73-AC74-3B0A45AEA1E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580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E778EA0-E6C2-880B-D390-B277C580A236}"/>
              </a:ext>
            </a:extLst>
          </p:cNvPr>
          <p:cNvSpPr txBox="1"/>
          <p:nvPr/>
        </p:nvSpPr>
        <p:spPr>
          <a:xfrm>
            <a:off x="385482" y="242047"/>
            <a:ext cx="3720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测试需求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8AEAC5-256D-8BF3-68D5-1653C53066C7}"/>
              </a:ext>
            </a:extLst>
          </p:cNvPr>
          <p:cNvSpPr/>
          <p:nvPr/>
        </p:nvSpPr>
        <p:spPr>
          <a:xfrm>
            <a:off x="2277034" y="1129552"/>
            <a:ext cx="1219201" cy="47781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ZCU</a:t>
            </a:r>
            <a:endParaRPr lang="zh-CN" altLang="en-US" dirty="0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23817F82-FC2B-53E2-B74F-77E478A838C6}"/>
              </a:ext>
            </a:extLst>
          </p:cNvPr>
          <p:cNvGrpSpPr/>
          <p:nvPr/>
        </p:nvGrpSpPr>
        <p:grpSpPr>
          <a:xfrm>
            <a:off x="3397622" y="1247871"/>
            <a:ext cx="2357705" cy="246221"/>
            <a:chOff x="3397622" y="1247871"/>
            <a:chExt cx="3065931" cy="246221"/>
          </a:xfrm>
        </p:grpSpPr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A9D002B0-25B1-D2B2-8EAA-8FD06F87CCA7}"/>
                </a:ext>
              </a:extLst>
            </p:cNvPr>
            <p:cNvCxnSpPr/>
            <p:nvPr/>
          </p:nvCxnSpPr>
          <p:spPr>
            <a:xfrm>
              <a:off x="3496236" y="1416423"/>
              <a:ext cx="296731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7C18ED3-D76A-3A98-7D8F-D14F31DCF0B6}"/>
                </a:ext>
              </a:extLst>
            </p:cNvPr>
            <p:cNvSpPr txBox="1"/>
            <p:nvPr/>
          </p:nvSpPr>
          <p:spPr>
            <a:xfrm>
              <a:off x="3397622" y="1247871"/>
              <a:ext cx="30659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/>
                <a:t>IAN*n</a:t>
              </a:r>
              <a:endParaRPr lang="zh-CN" altLang="en-US" sz="1000" dirty="0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2A4FB26-3D30-6E64-BA03-6104AB2CAFF0}"/>
              </a:ext>
            </a:extLst>
          </p:cNvPr>
          <p:cNvGrpSpPr/>
          <p:nvPr/>
        </p:nvGrpSpPr>
        <p:grpSpPr>
          <a:xfrm>
            <a:off x="3397606" y="1612411"/>
            <a:ext cx="2357717" cy="246221"/>
            <a:chOff x="2823881" y="1768133"/>
            <a:chExt cx="3065930" cy="246221"/>
          </a:xfrm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DBA52632-8EDE-5779-B71A-F904EAEFC494}"/>
                </a:ext>
              </a:extLst>
            </p:cNvPr>
            <p:cNvCxnSpPr/>
            <p:nvPr/>
          </p:nvCxnSpPr>
          <p:spPr>
            <a:xfrm>
              <a:off x="2922494" y="1999129"/>
              <a:ext cx="296731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7D506AE-CFC7-055E-969F-BF5EA98B4BCA}"/>
                </a:ext>
              </a:extLst>
            </p:cNvPr>
            <p:cNvSpPr txBox="1"/>
            <p:nvPr/>
          </p:nvSpPr>
          <p:spPr>
            <a:xfrm>
              <a:off x="2823881" y="1768133"/>
              <a:ext cx="30659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/>
                <a:t>IDH*n</a:t>
              </a:r>
              <a:endParaRPr lang="zh-CN" altLang="en-US" sz="1000" dirty="0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89675970-4D33-892F-093F-EAC42804A4CC}"/>
              </a:ext>
            </a:extLst>
          </p:cNvPr>
          <p:cNvGrpSpPr/>
          <p:nvPr/>
        </p:nvGrpSpPr>
        <p:grpSpPr>
          <a:xfrm>
            <a:off x="3397604" y="1966517"/>
            <a:ext cx="2357721" cy="246221"/>
            <a:chOff x="2823881" y="1768133"/>
            <a:chExt cx="3065930" cy="246221"/>
          </a:xfrm>
        </p:grpSpPr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5C2989C6-DF22-39EE-B975-97C3E247ACE6}"/>
                </a:ext>
              </a:extLst>
            </p:cNvPr>
            <p:cNvCxnSpPr/>
            <p:nvPr/>
          </p:nvCxnSpPr>
          <p:spPr>
            <a:xfrm>
              <a:off x="2922494" y="1999129"/>
              <a:ext cx="296731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E2B40AD2-0797-F440-0DD0-998B6F9B05C5}"/>
                </a:ext>
              </a:extLst>
            </p:cNvPr>
            <p:cNvSpPr txBox="1"/>
            <p:nvPr/>
          </p:nvSpPr>
          <p:spPr>
            <a:xfrm>
              <a:off x="2823881" y="1768133"/>
              <a:ext cx="30659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/>
                <a:t>IDL8n</a:t>
              </a:r>
              <a:endParaRPr lang="zh-CN" altLang="en-US" sz="1000" dirty="0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EB53A494-852C-2A66-858B-FCA7E8D03C17}"/>
              </a:ext>
            </a:extLst>
          </p:cNvPr>
          <p:cNvGrpSpPr/>
          <p:nvPr/>
        </p:nvGrpSpPr>
        <p:grpSpPr>
          <a:xfrm>
            <a:off x="3397622" y="3063224"/>
            <a:ext cx="2357715" cy="246221"/>
            <a:chOff x="2823881" y="1768133"/>
            <a:chExt cx="3065930" cy="246221"/>
          </a:xfrm>
        </p:grpSpPr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CFD5456C-B707-95E3-54CD-C4C3FAE730A6}"/>
                </a:ext>
              </a:extLst>
            </p:cNvPr>
            <p:cNvCxnSpPr/>
            <p:nvPr/>
          </p:nvCxnSpPr>
          <p:spPr>
            <a:xfrm>
              <a:off x="2922494" y="1999129"/>
              <a:ext cx="296731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F737C3E-42C2-04C7-1793-4F84CF0C9336}"/>
                </a:ext>
              </a:extLst>
            </p:cNvPr>
            <p:cNvSpPr txBox="1"/>
            <p:nvPr/>
          </p:nvSpPr>
          <p:spPr>
            <a:xfrm>
              <a:off x="2823881" y="1768133"/>
              <a:ext cx="30659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/>
                <a:t>高边输出</a:t>
              </a:r>
              <a:r>
                <a:rPr lang="en-US" altLang="zh-CN" sz="1000" dirty="0"/>
                <a:t>*n</a:t>
              </a:r>
              <a:endParaRPr lang="zh-CN" altLang="en-US" sz="1000" dirty="0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29A1ECF1-596E-6B76-D357-587C2684D49B}"/>
              </a:ext>
            </a:extLst>
          </p:cNvPr>
          <p:cNvGrpSpPr/>
          <p:nvPr/>
        </p:nvGrpSpPr>
        <p:grpSpPr>
          <a:xfrm>
            <a:off x="3397620" y="3417330"/>
            <a:ext cx="2357715" cy="246221"/>
            <a:chOff x="2823881" y="1768133"/>
            <a:chExt cx="3065930" cy="246221"/>
          </a:xfrm>
        </p:grpSpPr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7A48DF53-4477-1A67-2854-AC26A24CB726}"/>
                </a:ext>
              </a:extLst>
            </p:cNvPr>
            <p:cNvCxnSpPr/>
            <p:nvPr/>
          </p:nvCxnSpPr>
          <p:spPr>
            <a:xfrm>
              <a:off x="2922494" y="1999129"/>
              <a:ext cx="296731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1C220B48-429F-DEAB-C965-8699DB17CD0C}"/>
                </a:ext>
              </a:extLst>
            </p:cNvPr>
            <p:cNvSpPr txBox="1"/>
            <p:nvPr/>
          </p:nvSpPr>
          <p:spPr>
            <a:xfrm>
              <a:off x="2823881" y="1768133"/>
              <a:ext cx="30659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/>
                <a:t>低边输出</a:t>
              </a:r>
              <a:r>
                <a:rPr lang="en-US" altLang="zh-CN" sz="1000" dirty="0"/>
                <a:t>*n</a:t>
              </a:r>
              <a:endParaRPr lang="zh-CN" altLang="en-US" sz="1000" dirty="0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B9063DFE-2B1F-95E7-85E7-6932E584A3E9}"/>
              </a:ext>
            </a:extLst>
          </p:cNvPr>
          <p:cNvGrpSpPr/>
          <p:nvPr/>
        </p:nvGrpSpPr>
        <p:grpSpPr>
          <a:xfrm>
            <a:off x="3397618" y="3771436"/>
            <a:ext cx="2357715" cy="246221"/>
            <a:chOff x="2823881" y="1768133"/>
            <a:chExt cx="3065930" cy="246221"/>
          </a:xfrm>
        </p:grpSpPr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252759BF-4E01-DDA8-4224-57DF117A219F}"/>
                </a:ext>
              </a:extLst>
            </p:cNvPr>
            <p:cNvCxnSpPr/>
            <p:nvPr/>
          </p:nvCxnSpPr>
          <p:spPr>
            <a:xfrm>
              <a:off x="2922494" y="1999129"/>
              <a:ext cx="296731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A28DD4BB-C829-D040-B4CC-E3CB87124512}"/>
                </a:ext>
              </a:extLst>
            </p:cNvPr>
            <p:cNvSpPr txBox="1"/>
            <p:nvPr/>
          </p:nvSpPr>
          <p:spPr>
            <a:xfrm>
              <a:off x="2823881" y="1768133"/>
              <a:ext cx="30659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/>
                <a:t>H</a:t>
              </a:r>
              <a:r>
                <a:rPr lang="zh-CN" altLang="en-US" sz="1000" dirty="0"/>
                <a:t>桥输出</a:t>
              </a:r>
              <a:r>
                <a:rPr lang="en-US" altLang="zh-CN" sz="1000" dirty="0"/>
                <a:t>*n</a:t>
              </a:r>
              <a:endParaRPr lang="zh-CN" altLang="en-US" sz="1000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48F072B-9B30-D440-D446-FECDB68DA6A9}"/>
              </a:ext>
            </a:extLst>
          </p:cNvPr>
          <p:cNvGrpSpPr/>
          <p:nvPr/>
        </p:nvGrpSpPr>
        <p:grpSpPr>
          <a:xfrm>
            <a:off x="3397610" y="4498813"/>
            <a:ext cx="2357713" cy="246221"/>
            <a:chOff x="2823881" y="1768133"/>
            <a:chExt cx="3065930" cy="246221"/>
          </a:xfrm>
        </p:grpSpPr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250D9702-8903-FF4E-05D7-343234B1CAA5}"/>
                </a:ext>
              </a:extLst>
            </p:cNvPr>
            <p:cNvCxnSpPr/>
            <p:nvPr/>
          </p:nvCxnSpPr>
          <p:spPr>
            <a:xfrm>
              <a:off x="2922494" y="1999129"/>
              <a:ext cx="296731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AF98A730-7CF0-C75E-A83E-0E5A3BB67447}"/>
                </a:ext>
              </a:extLst>
            </p:cNvPr>
            <p:cNvSpPr txBox="1"/>
            <p:nvPr/>
          </p:nvSpPr>
          <p:spPr>
            <a:xfrm>
              <a:off x="2823881" y="1768133"/>
              <a:ext cx="30659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/>
                <a:t>CAN*n</a:t>
              </a:r>
              <a:endParaRPr lang="zh-CN" altLang="en-US" sz="1000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07DC316-1043-2008-C191-EE02D2BC33A7}"/>
              </a:ext>
            </a:extLst>
          </p:cNvPr>
          <p:cNvGrpSpPr/>
          <p:nvPr/>
        </p:nvGrpSpPr>
        <p:grpSpPr>
          <a:xfrm>
            <a:off x="3397608" y="4852919"/>
            <a:ext cx="2357713" cy="246221"/>
            <a:chOff x="2823881" y="1768133"/>
            <a:chExt cx="3065930" cy="246221"/>
          </a:xfrm>
        </p:grpSpPr>
        <p:cxnSp>
          <p:nvCxnSpPr>
            <p:cNvPr id="33" name="直接箭头连接符 32">
              <a:extLst>
                <a:ext uri="{FF2B5EF4-FFF2-40B4-BE49-F238E27FC236}">
                  <a16:creationId xmlns:a16="http://schemas.microsoft.com/office/drawing/2014/main" id="{B6E29319-3F0A-77F0-9255-B69B57F811CA}"/>
                </a:ext>
              </a:extLst>
            </p:cNvPr>
            <p:cNvCxnSpPr/>
            <p:nvPr/>
          </p:nvCxnSpPr>
          <p:spPr>
            <a:xfrm>
              <a:off x="2922494" y="1999129"/>
              <a:ext cx="296731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AC34DB83-BFC4-5430-8F54-B34ED01E99F7}"/>
                </a:ext>
              </a:extLst>
            </p:cNvPr>
            <p:cNvSpPr txBox="1"/>
            <p:nvPr/>
          </p:nvSpPr>
          <p:spPr>
            <a:xfrm>
              <a:off x="2823881" y="1768133"/>
              <a:ext cx="30659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/>
                <a:t>ETH</a:t>
              </a:r>
              <a:endParaRPr lang="zh-CN" altLang="en-US" sz="1000" dirty="0"/>
            </a:p>
          </p:txBody>
        </p:sp>
      </p:grp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DB345F37-0B4B-2557-1628-70299A15D523}"/>
              </a:ext>
            </a:extLst>
          </p:cNvPr>
          <p:cNvCxnSpPr/>
          <p:nvPr/>
        </p:nvCxnSpPr>
        <p:spPr>
          <a:xfrm>
            <a:off x="1281953" y="1604682"/>
            <a:ext cx="99508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本框 36">
            <a:extLst>
              <a:ext uri="{FF2B5EF4-FFF2-40B4-BE49-F238E27FC236}">
                <a16:creationId xmlns:a16="http://schemas.microsoft.com/office/drawing/2014/main" id="{91D224B6-2AB1-CF44-AB43-103F7E76ED83}"/>
              </a:ext>
            </a:extLst>
          </p:cNvPr>
          <p:cNvSpPr txBox="1"/>
          <p:nvPr/>
        </p:nvSpPr>
        <p:spPr>
          <a:xfrm>
            <a:off x="1169893" y="1358461"/>
            <a:ext cx="11071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dirty="0"/>
              <a:t>POWER</a:t>
            </a:r>
            <a:endParaRPr lang="zh-CN" altLang="en-US" sz="1000" dirty="0"/>
          </a:p>
        </p:txBody>
      </p: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CF8C9E4F-8DD5-D4CB-02D3-F32C08D27089}"/>
              </a:ext>
            </a:extLst>
          </p:cNvPr>
          <p:cNvGrpSpPr/>
          <p:nvPr/>
        </p:nvGrpSpPr>
        <p:grpSpPr>
          <a:xfrm>
            <a:off x="3397606" y="5457186"/>
            <a:ext cx="2357713" cy="246221"/>
            <a:chOff x="2823881" y="1768133"/>
            <a:chExt cx="3065930" cy="246221"/>
          </a:xfrm>
        </p:grpSpPr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B2DE25C9-80A8-B001-1E76-676D6AB5A43D}"/>
                </a:ext>
              </a:extLst>
            </p:cNvPr>
            <p:cNvCxnSpPr/>
            <p:nvPr/>
          </p:nvCxnSpPr>
          <p:spPr>
            <a:xfrm>
              <a:off x="2922494" y="1999129"/>
              <a:ext cx="296731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18E9A16A-8B18-D6C9-7AAB-F6A2A510602C}"/>
                </a:ext>
              </a:extLst>
            </p:cNvPr>
            <p:cNvSpPr txBox="1"/>
            <p:nvPr/>
          </p:nvSpPr>
          <p:spPr>
            <a:xfrm>
              <a:off x="2823881" y="1768133"/>
              <a:ext cx="30659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/>
                <a:t>PSI5</a:t>
              </a:r>
              <a:endParaRPr lang="zh-CN" altLang="en-US" sz="1000" dirty="0"/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03657A49-5A07-B426-23C1-323F69A2C9F9}"/>
              </a:ext>
            </a:extLst>
          </p:cNvPr>
          <p:cNvSpPr txBox="1"/>
          <p:nvPr/>
        </p:nvSpPr>
        <p:spPr>
          <a:xfrm>
            <a:off x="6840071" y="923365"/>
            <a:ext cx="4392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添加客户测试需求描述</a:t>
            </a:r>
            <a:endParaRPr lang="en-US" altLang="zh-CN" dirty="0"/>
          </a:p>
          <a:p>
            <a:r>
              <a:rPr lang="en-US" altLang="zh-CN" dirty="0">
                <a:solidFill>
                  <a:srgbClr val="FF0000"/>
                </a:solidFill>
              </a:rPr>
              <a:t>Todo..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9427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86750-0C33-93FA-1436-88F452E8C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" name="组合 77">
            <a:extLst>
              <a:ext uri="{FF2B5EF4-FFF2-40B4-BE49-F238E27FC236}">
                <a16:creationId xmlns:a16="http://schemas.microsoft.com/office/drawing/2014/main" id="{27B906D7-452E-B063-7FE6-EBF6F2E1D243}"/>
              </a:ext>
            </a:extLst>
          </p:cNvPr>
          <p:cNvGrpSpPr/>
          <p:nvPr/>
        </p:nvGrpSpPr>
        <p:grpSpPr>
          <a:xfrm>
            <a:off x="8815148" y="2657784"/>
            <a:ext cx="1506097" cy="246221"/>
            <a:chOff x="2823881" y="1768133"/>
            <a:chExt cx="3065930" cy="246221"/>
          </a:xfrm>
        </p:grpSpPr>
        <p:cxnSp>
          <p:nvCxnSpPr>
            <p:cNvPr id="79" name="直接箭头连接符 78">
              <a:extLst>
                <a:ext uri="{FF2B5EF4-FFF2-40B4-BE49-F238E27FC236}">
                  <a16:creationId xmlns:a16="http://schemas.microsoft.com/office/drawing/2014/main" id="{96FC0562-BA83-EB76-4D6F-81A8B820BC80}"/>
                </a:ext>
              </a:extLst>
            </p:cNvPr>
            <p:cNvCxnSpPr/>
            <p:nvPr/>
          </p:nvCxnSpPr>
          <p:spPr>
            <a:xfrm>
              <a:off x="2922494" y="1999129"/>
              <a:ext cx="296731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2FF0A4C7-CCC0-7D99-1884-258F85D2A1AF}"/>
                </a:ext>
              </a:extLst>
            </p:cNvPr>
            <p:cNvSpPr txBox="1"/>
            <p:nvPr/>
          </p:nvSpPr>
          <p:spPr>
            <a:xfrm>
              <a:off x="2823881" y="1768133"/>
              <a:ext cx="30659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/>
                <a:t>LAN-n</a:t>
              </a:r>
              <a:endParaRPr lang="zh-CN" altLang="en-US" sz="1000" dirty="0"/>
            </a:p>
          </p:txBody>
        </p:sp>
      </p:grpSp>
      <p:sp>
        <p:nvSpPr>
          <p:cNvPr id="74" name="矩形 73">
            <a:extLst>
              <a:ext uri="{FF2B5EF4-FFF2-40B4-BE49-F238E27FC236}">
                <a16:creationId xmlns:a16="http://schemas.microsoft.com/office/drawing/2014/main" id="{A314B0A6-6B02-40D0-8A0C-9A7AEDCBE147}"/>
              </a:ext>
            </a:extLst>
          </p:cNvPr>
          <p:cNvSpPr/>
          <p:nvPr/>
        </p:nvSpPr>
        <p:spPr>
          <a:xfrm>
            <a:off x="4096800" y="343080"/>
            <a:ext cx="4215206" cy="52443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FK_ZCUTEST Platform</a:t>
            </a:r>
            <a:endParaRPr lang="zh-CN" altLang="en-US" dirty="0"/>
          </a:p>
          <a:p>
            <a:pPr algn="ctr"/>
            <a:endParaRPr lang="zh-CN" altLang="en-US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98CB07F4-457D-325D-7BAE-0308D48DB9A6}"/>
              </a:ext>
            </a:extLst>
          </p:cNvPr>
          <p:cNvSpPr txBox="1"/>
          <p:nvPr/>
        </p:nvSpPr>
        <p:spPr>
          <a:xfrm>
            <a:off x="3971147" y="296933"/>
            <a:ext cx="2938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FK_ZCUTEST Platform-n</a:t>
            </a:r>
            <a:endParaRPr lang="zh-CN" altLang="en-US" dirty="0"/>
          </a:p>
          <a:p>
            <a:endParaRPr lang="zh-CN" altLang="en-US" dirty="0"/>
          </a:p>
        </p:txBody>
      </p:sp>
      <p:grpSp>
        <p:nvGrpSpPr>
          <p:cNvPr id="70" name="组合 69">
            <a:extLst>
              <a:ext uri="{FF2B5EF4-FFF2-40B4-BE49-F238E27FC236}">
                <a16:creationId xmlns:a16="http://schemas.microsoft.com/office/drawing/2014/main" id="{C953BDF3-6031-22C5-DC5F-D20589BD1956}"/>
              </a:ext>
            </a:extLst>
          </p:cNvPr>
          <p:cNvGrpSpPr/>
          <p:nvPr/>
        </p:nvGrpSpPr>
        <p:grpSpPr>
          <a:xfrm>
            <a:off x="8815148" y="3086602"/>
            <a:ext cx="1506097" cy="246221"/>
            <a:chOff x="2823881" y="1768133"/>
            <a:chExt cx="3065930" cy="246221"/>
          </a:xfrm>
        </p:grpSpPr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825B8537-AAD1-0FEC-F6BF-96AD034F31AE}"/>
                </a:ext>
              </a:extLst>
            </p:cNvPr>
            <p:cNvCxnSpPr/>
            <p:nvPr/>
          </p:nvCxnSpPr>
          <p:spPr>
            <a:xfrm>
              <a:off x="2922494" y="1999129"/>
              <a:ext cx="296731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024F8032-7943-3015-AB5B-D64C3C988855}"/>
                </a:ext>
              </a:extLst>
            </p:cNvPr>
            <p:cNvSpPr txBox="1"/>
            <p:nvPr/>
          </p:nvSpPr>
          <p:spPr>
            <a:xfrm>
              <a:off x="2823881" y="1768133"/>
              <a:ext cx="30659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/>
                <a:t>LAN-2</a:t>
              </a:r>
              <a:endParaRPr lang="zh-CN" altLang="en-US" sz="1000" dirty="0"/>
            </a:p>
          </p:txBody>
        </p:sp>
      </p:grpSp>
      <p:sp>
        <p:nvSpPr>
          <p:cNvPr id="69" name="矩形 68">
            <a:extLst>
              <a:ext uri="{FF2B5EF4-FFF2-40B4-BE49-F238E27FC236}">
                <a16:creationId xmlns:a16="http://schemas.microsoft.com/office/drawing/2014/main" id="{0B42F8A6-39D0-C1D7-FC6D-1E18B5C74F7A}"/>
              </a:ext>
            </a:extLst>
          </p:cNvPr>
          <p:cNvSpPr/>
          <p:nvPr/>
        </p:nvSpPr>
        <p:spPr>
          <a:xfrm>
            <a:off x="4582912" y="822401"/>
            <a:ext cx="4215206" cy="524435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FK_ZCUTEST Platform</a:t>
            </a:r>
            <a:endParaRPr lang="zh-CN" altLang="en-US" dirty="0"/>
          </a:p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D7D4CAF-B94A-2099-09C5-7E0D92D927F2}"/>
              </a:ext>
            </a:extLst>
          </p:cNvPr>
          <p:cNvSpPr txBox="1"/>
          <p:nvPr/>
        </p:nvSpPr>
        <p:spPr>
          <a:xfrm>
            <a:off x="385482" y="242047"/>
            <a:ext cx="3720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系统框图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06A5B447-0873-EC0A-320B-913283F789F6}"/>
              </a:ext>
            </a:extLst>
          </p:cNvPr>
          <p:cNvSpPr/>
          <p:nvPr/>
        </p:nvSpPr>
        <p:spPr>
          <a:xfrm>
            <a:off x="9769953" y="4426754"/>
            <a:ext cx="2248170" cy="1443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TEST_PC</a:t>
            </a:r>
            <a:endParaRPr lang="zh-CN" altLang="en-US" dirty="0"/>
          </a:p>
        </p:txBody>
      </p:sp>
      <p:grpSp>
        <p:nvGrpSpPr>
          <p:cNvPr id="68" name="组合 67">
            <a:extLst>
              <a:ext uri="{FF2B5EF4-FFF2-40B4-BE49-F238E27FC236}">
                <a16:creationId xmlns:a16="http://schemas.microsoft.com/office/drawing/2014/main" id="{3A81143F-6B4C-41C4-38FA-CA68E496C628}"/>
              </a:ext>
            </a:extLst>
          </p:cNvPr>
          <p:cNvGrpSpPr/>
          <p:nvPr/>
        </p:nvGrpSpPr>
        <p:grpSpPr>
          <a:xfrm>
            <a:off x="1479176" y="1237131"/>
            <a:ext cx="7633451" cy="5244352"/>
            <a:chOff x="452716" y="484095"/>
            <a:chExt cx="9058839" cy="5737411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8AB3BE06-2608-20BE-7399-CCE15E876A52}"/>
                </a:ext>
              </a:extLst>
            </p:cNvPr>
            <p:cNvSpPr/>
            <p:nvPr/>
          </p:nvSpPr>
          <p:spPr>
            <a:xfrm>
              <a:off x="4509247" y="484095"/>
              <a:ext cx="5002308" cy="5737411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5BEA63EE-A96B-F088-0248-E4E61BBB4532}"/>
                </a:ext>
              </a:extLst>
            </p:cNvPr>
            <p:cNvSpPr/>
            <p:nvPr/>
          </p:nvSpPr>
          <p:spPr>
            <a:xfrm>
              <a:off x="1559857" y="1039905"/>
              <a:ext cx="1219201" cy="477818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ZCU</a:t>
              </a:r>
              <a:endParaRPr lang="zh-CN" altLang="en-US" dirty="0"/>
            </a:p>
          </p:txBody>
        </p: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9715AEA3-DA45-438F-D106-87735C4380AE}"/>
                </a:ext>
              </a:extLst>
            </p:cNvPr>
            <p:cNvGrpSpPr/>
            <p:nvPr/>
          </p:nvGrpSpPr>
          <p:grpSpPr>
            <a:xfrm>
              <a:off x="2680445" y="1158224"/>
              <a:ext cx="2357705" cy="246221"/>
              <a:chOff x="3397622" y="1247871"/>
              <a:chExt cx="3065931" cy="246221"/>
            </a:xfrm>
          </p:grpSpPr>
          <p:cxnSp>
            <p:nvCxnSpPr>
              <p:cNvPr id="5" name="直接箭头连接符 4">
                <a:extLst>
                  <a:ext uri="{FF2B5EF4-FFF2-40B4-BE49-F238E27FC236}">
                    <a16:creationId xmlns:a16="http://schemas.microsoft.com/office/drawing/2014/main" id="{61A6A84C-26A5-D8F4-A5C8-C6F6167B16D7}"/>
                  </a:ext>
                </a:extLst>
              </p:cNvPr>
              <p:cNvCxnSpPr/>
              <p:nvPr/>
            </p:nvCxnSpPr>
            <p:spPr>
              <a:xfrm>
                <a:off x="3496236" y="1416423"/>
                <a:ext cx="2967317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2589F00-C80B-95FA-B340-647D8C07451A}"/>
                  </a:ext>
                </a:extLst>
              </p:cNvPr>
              <p:cNvSpPr txBox="1"/>
              <p:nvPr/>
            </p:nvSpPr>
            <p:spPr>
              <a:xfrm>
                <a:off x="3397622" y="1247871"/>
                <a:ext cx="30659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/>
                  <a:t>IAN*n</a:t>
                </a:r>
                <a:endParaRPr lang="zh-CN" altLang="en-US" sz="1000" dirty="0"/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DE93CD8-78E7-4678-D05C-1188D4C242D1}"/>
                </a:ext>
              </a:extLst>
            </p:cNvPr>
            <p:cNvGrpSpPr/>
            <p:nvPr/>
          </p:nvGrpSpPr>
          <p:grpSpPr>
            <a:xfrm>
              <a:off x="2680429" y="1522764"/>
              <a:ext cx="2357717" cy="246221"/>
              <a:chOff x="2823881" y="1768133"/>
              <a:chExt cx="3065930" cy="246221"/>
            </a:xfrm>
          </p:grpSpPr>
          <p:cxnSp>
            <p:nvCxnSpPr>
              <p:cNvPr id="6" name="直接箭头连接符 5">
                <a:extLst>
                  <a:ext uri="{FF2B5EF4-FFF2-40B4-BE49-F238E27FC236}">
                    <a16:creationId xmlns:a16="http://schemas.microsoft.com/office/drawing/2014/main" id="{23A979E7-166D-85E9-62E4-E40019C513DA}"/>
                  </a:ext>
                </a:extLst>
              </p:cNvPr>
              <p:cNvCxnSpPr/>
              <p:nvPr/>
            </p:nvCxnSpPr>
            <p:spPr>
              <a:xfrm>
                <a:off x="2922494" y="1999129"/>
                <a:ext cx="2967317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628DAA37-4EA4-EA05-1F7A-658790E96E9E}"/>
                  </a:ext>
                </a:extLst>
              </p:cNvPr>
              <p:cNvSpPr txBox="1"/>
              <p:nvPr/>
            </p:nvSpPr>
            <p:spPr>
              <a:xfrm>
                <a:off x="2823881" y="1768133"/>
                <a:ext cx="30659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/>
                  <a:t>IDH*n</a:t>
                </a:r>
                <a:endParaRPr lang="zh-CN" altLang="en-US" sz="1000" dirty="0"/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8A733693-E747-FD54-C347-BCD975973021}"/>
                </a:ext>
              </a:extLst>
            </p:cNvPr>
            <p:cNvGrpSpPr/>
            <p:nvPr/>
          </p:nvGrpSpPr>
          <p:grpSpPr>
            <a:xfrm>
              <a:off x="2680427" y="1876870"/>
              <a:ext cx="2357721" cy="246221"/>
              <a:chOff x="2823881" y="1768133"/>
              <a:chExt cx="3065930" cy="246221"/>
            </a:xfrm>
          </p:grpSpPr>
          <p:cxnSp>
            <p:nvCxnSpPr>
              <p:cNvPr id="15" name="直接箭头连接符 14">
                <a:extLst>
                  <a:ext uri="{FF2B5EF4-FFF2-40B4-BE49-F238E27FC236}">
                    <a16:creationId xmlns:a16="http://schemas.microsoft.com/office/drawing/2014/main" id="{973F2988-F56A-CC07-CD3F-6991BD1B4CFD}"/>
                  </a:ext>
                </a:extLst>
              </p:cNvPr>
              <p:cNvCxnSpPr/>
              <p:nvPr/>
            </p:nvCxnSpPr>
            <p:spPr>
              <a:xfrm>
                <a:off x="2922494" y="1999129"/>
                <a:ext cx="2967317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ED259506-B07C-A990-4088-AC997E4BFB66}"/>
                  </a:ext>
                </a:extLst>
              </p:cNvPr>
              <p:cNvSpPr txBox="1"/>
              <p:nvPr/>
            </p:nvSpPr>
            <p:spPr>
              <a:xfrm>
                <a:off x="2823881" y="1768133"/>
                <a:ext cx="30659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/>
                  <a:t>IDL8n</a:t>
                </a:r>
                <a:endParaRPr lang="zh-CN" altLang="en-US" sz="1000" dirty="0"/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8DEB35DF-3412-4393-A43D-4B7825F90605}"/>
                </a:ext>
              </a:extLst>
            </p:cNvPr>
            <p:cNvGrpSpPr/>
            <p:nvPr/>
          </p:nvGrpSpPr>
          <p:grpSpPr>
            <a:xfrm>
              <a:off x="2680445" y="2973577"/>
              <a:ext cx="2357715" cy="246221"/>
              <a:chOff x="2823881" y="1768133"/>
              <a:chExt cx="3065930" cy="246221"/>
            </a:xfrm>
          </p:grpSpPr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C67349DE-E173-A28A-0D1D-E1DD842CB447}"/>
                  </a:ext>
                </a:extLst>
              </p:cNvPr>
              <p:cNvCxnSpPr/>
              <p:nvPr/>
            </p:nvCxnSpPr>
            <p:spPr>
              <a:xfrm>
                <a:off x="2922494" y="1999129"/>
                <a:ext cx="2967317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5BDE022E-C785-C9DA-6773-FE1D027E490E}"/>
                  </a:ext>
                </a:extLst>
              </p:cNvPr>
              <p:cNvSpPr txBox="1"/>
              <p:nvPr/>
            </p:nvSpPr>
            <p:spPr>
              <a:xfrm>
                <a:off x="2823881" y="1768133"/>
                <a:ext cx="30659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/>
                  <a:t>高边输出</a:t>
                </a:r>
                <a:r>
                  <a:rPr lang="en-US" altLang="zh-CN" sz="1000" dirty="0"/>
                  <a:t>*n</a:t>
                </a:r>
                <a:endParaRPr lang="zh-CN" altLang="en-US" sz="1000" dirty="0"/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B648B201-7191-9E32-154F-77269EF4AA38}"/>
                </a:ext>
              </a:extLst>
            </p:cNvPr>
            <p:cNvGrpSpPr/>
            <p:nvPr/>
          </p:nvGrpSpPr>
          <p:grpSpPr>
            <a:xfrm>
              <a:off x="2680443" y="3327683"/>
              <a:ext cx="2357715" cy="246221"/>
              <a:chOff x="2823881" y="1768133"/>
              <a:chExt cx="3065930" cy="246221"/>
            </a:xfrm>
          </p:grpSpPr>
          <p:cxnSp>
            <p:nvCxnSpPr>
              <p:cNvPr id="21" name="直接箭头连接符 20">
                <a:extLst>
                  <a:ext uri="{FF2B5EF4-FFF2-40B4-BE49-F238E27FC236}">
                    <a16:creationId xmlns:a16="http://schemas.microsoft.com/office/drawing/2014/main" id="{B9F06714-40FA-1AE1-D718-5BE9AB3CFABA}"/>
                  </a:ext>
                </a:extLst>
              </p:cNvPr>
              <p:cNvCxnSpPr/>
              <p:nvPr/>
            </p:nvCxnSpPr>
            <p:spPr>
              <a:xfrm>
                <a:off x="2922494" y="1999129"/>
                <a:ext cx="2967317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B6D4F782-2950-2A72-DD13-CECDA9A4E059}"/>
                  </a:ext>
                </a:extLst>
              </p:cNvPr>
              <p:cNvSpPr txBox="1"/>
              <p:nvPr/>
            </p:nvSpPr>
            <p:spPr>
              <a:xfrm>
                <a:off x="2823881" y="1768133"/>
                <a:ext cx="30659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000" dirty="0"/>
                  <a:t>低边输出</a:t>
                </a:r>
                <a:r>
                  <a:rPr lang="en-US" altLang="zh-CN" sz="1000" dirty="0"/>
                  <a:t>*n</a:t>
                </a:r>
                <a:endParaRPr lang="zh-CN" altLang="en-US" sz="1000" dirty="0"/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BD25BEFE-0343-CFE6-BFC4-F0A65FC18E86}"/>
                </a:ext>
              </a:extLst>
            </p:cNvPr>
            <p:cNvGrpSpPr/>
            <p:nvPr/>
          </p:nvGrpSpPr>
          <p:grpSpPr>
            <a:xfrm>
              <a:off x="2680441" y="3681789"/>
              <a:ext cx="2357715" cy="246221"/>
              <a:chOff x="2823881" y="1768133"/>
              <a:chExt cx="3065930" cy="246221"/>
            </a:xfrm>
          </p:grpSpPr>
          <p:cxnSp>
            <p:nvCxnSpPr>
              <p:cNvPr id="24" name="直接箭头连接符 23">
                <a:extLst>
                  <a:ext uri="{FF2B5EF4-FFF2-40B4-BE49-F238E27FC236}">
                    <a16:creationId xmlns:a16="http://schemas.microsoft.com/office/drawing/2014/main" id="{22BE2B74-7421-3476-91C8-79B221952836}"/>
                  </a:ext>
                </a:extLst>
              </p:cNvPr>
              <p:cNvCxnSpPr/>
              <p:nvPr/>
            </p:nvCxnSpPr>
            <p:spPr>
              <a:xfrm>
                <a:off x="2922494" y="1999129"/>
                <a:ext cx="2967317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1D5D6C6D-6905-1633-DFAD-837F5C6212BC}"/>
                  </a:ext>
                </a:extLst>
              </p:cNvPr>
              <p:cNvSpPr txBox="1"/>
              <p:nvPr/>
            </p:nvSpPr>
            <p:spPr>
              <a:xfrm>
                <a:off x="2823881" y="1768133"/>
                <a:ext cx="30659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/>
                  <a:t>H</a:t>
                </a:r>
                <a:r>
                  <a:rPr lang="zh-CN" altLang="en-US" sz="1000" dirty="0"/>
                  <a:t>桥输出</a:t>
                </a:r>
                <a:r>
                  <a:rPr lang="en-US" altLang="zh-CN" sz="1000" dirty="0"/>
                  <a:t>*n</a:t>
                </a:r>
                <a:endParaRPr lang="zh-CN" altLang="en-US" sz="1000" dirty="0"/>
              </a:p>
            </p:txBody>
          </p:sp>
        </p:grp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F5D56D5B-D5CA-5252-5328-0080B2D0BE28}"/>
                </a:ext>
              </a:extLst>
            </p:cNvPr>
            <p:cNvGrpSpPr/>
            <p:nvPr/>
          </p:nvGrpSpPr>
          <p:grpSpPr>
            <a:xfrm>
              <a:off x="2680433" y="4409166"/>
              <a:ext cx="2357713" cy="246221"/>
              <a:chOff x="2823881" y="1768133"/>
              <a:chExt cx="3065930" cy="246221"/>
            </a:xfrm>
          </p:grpSpPr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0C8C234A-C498-B3AF-D1ED-F936BD1729FE}"/>
                  </a:ext>
                </a:extLst>
              </p:cNvPr>
              <p:cNvCxnSpPr/>
              <p:nvPr/>
            </p:nvCxnSpPr>
            <p:spPr>
              <a:xfrm>
                <a:off x="2922494" y="1999129"/>
                <a:ext cx="2967317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169D07DB-D40B-E2DC-7F82-0DF8912FA151}"/>
                  </a:ext>
                </a:extLst>
              </p:cNvPr>
              <p:cNvSpPr txBox="1"/>
              <p:nvPr/>
            </p:nvSpPr>
            <p:spPr>
              <a:xfrm>
                <a:off x="2823881" y="1768133"/>
                <a:ext cx="30659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/>
                  <a:t>CAN*n</a:t>
                </a:r>
                <a:endParaRPr lang="zh-CN" altLang="en-US" sz="1000" dirty="0"/>
              </a:p>
            </p:txBody>
          </p:sp>
        </p:grp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5B784797-C5F8-2C18-F072-FBA7FEEBB837}"/>
                </a:ext>
              </a:extLst>
            </p:cNvPr>
            <p:cNvGrpSpPr/>
            <p:nvPr/>
          </p:nvGrpSpPr>
          <p:grpSpPr>
            <a:xfrm>
              <a:off x="2680430" y="4763272"/>
              <a:ext cx="5307069" cy="246221"/>
              <a:chOff x="2823881" y="1768133"/>
              <a:chExt cx="3065930" cy="246221"/>
            </a:xfrm>
          </p:grpSpPr>
          <p:cxnSp>
            <p:nvCxnSpPr>
              <p:cNvPr id="33" name="直接箭头连接符 32">
                <a:extLst>
                  <a:ext uri="{FF2B5EF4-FFF2-40B4-BE49-F238E27FC236}">
                    <a16:creationId xmlns:a16="http://schemas.microsoft.com/office/drawing/2014/main" id="{8720406E-37B5-8A01-7D87-CBA89B3E8F74}"/>
                  </a:ext>
                </a:extLst>
              </p:cNvPr>
              <p:cNvCxnSpPr/>
              <p:nvPr/>
            </p:nvCxnSpPr>
            <p:spPr>
              <a:xfrm>
                <a:off x="2922494" y="1999129"/>
                <a:ext cx="2967317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86B9B2B1-13C5-E93C-B206-B06B675D03EE}"/>
                  </a:ext>
                </a:extLst>
              </p:cNvPr>
              <p:cNvSpPr txBox="1"/>
              <p:nvPr/>
            </p:nvSpPr>
            <p:spPr>
              <a:xfrm>
                <a:off x="2823881" y="1768133"/>
                <a:ext cx="30659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/>
                  <a:t>ETH</a:t>
                </a:r>
                <a:endParaRPr lang="zh-CN" altLang="en-US" sz="1000" dirty="0"/>
              </a:p>
            </p:txBody>
          </p:sp>
        </p:grp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6C961026-A179-4924-D144-C596DC0A31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1671" y="1515035"/>
              <a:ext cx="968186" cy="772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470C45BB-F2E2-E1FB-38CB-7521E79E5E2D}"/>
                </a:ext>
              </a:extLst>
            </p:cNvPr>
            <p:cNvSpPr txBox="1"/>
            <p:nvPr/>
          </p:nvSpPr>
          <p:spPr>
            <a:xfrm>
              <a:off x="452716" y="1268814"/>
              <a:ext cx="110714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/>
                <a:t>POWER</a:t>
              </a:r>
              <a:endParaRPr lang="zh-CN" altLang="en-US" sz="1000" dirty="0"/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419EFEDC-1E08-920A-72F9-6C80F0DB0C83}"/>
                </a:ext>
              </a:extLst>
            </p:cNvPr>
            <p:cNvGrpSpPr/>
            <p:nvPr/>
          </p:nvGrpSpPr>
          <p:grpSpPr>
            <a:xfrm>
              <a:off x="2680429" y="5367539"/>
              <a:ext cx="2357713" cy="246221"/>
              <a:chOff x="2823881" y="1768133"/>
              <a:chExt cx="3065930" cy="246221"/>
            </a:xfrm>
          </p:grpSpPr>
          <p:cxnSp>
            <p:nvCxnSpPr>
              <p:cNvPr id="40" name="直接箭头连接符 39">
                <a:extLst>
                  <a:ext uri="{FF2B5EF4-FFF2-40B4-BE49-F238E27FC236}">
                    <a16:creationId xmlns:a16="http://schemas.microsoft.com/office/drawing/2014/main" id="{A64CB578-AA93-A732-10E9-4A00B0152C6A}"/>
                  </a:ext>
                </a:extLst>
              </p:cNvPr>
              <p:cNvCxnSpPr/>
              <p:nvPr/>
            </p:nvCxnSpPr>
            <p:spPr>
              <a:xfrm>
                <a:off x="2922494" y="1999129"/>
                <a:ext cx="2967317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06C1FE6D-7D60-6B10-E83F-A5787A470E8E}"/>
                  </a:ext>
                </a:extLst>
              </p:cNvPr>
              <p:cNvSpPr txBox="1"/>
              <p:nvPr/>
            </p:nvSpPr>
            <p:spPr>
              <a:xfrm>
                <a:off x="2823881" y="1768133"/>
                <a:ext cx="30659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000" dirty="0"/>
                  <a:t>PSI5</a:t>
                </a:r>
                <a:endParaRPr lang="zh-CN" altLang="en-US" sz="1000" dirty="0"/>
              </a:p>
            </p:txBody>
          </p:sp>
        </p:grp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BE9EB2C6-4741-3752-4AE5-541F97C60CB8}"/>
                </a:ext>
              </a:extLst>
            </p:cNvPr>
            <p:cNvSpPr/>
            <p:nvPr/>
          </p:nvSpPr>
          <p:spPr>
            <a:xfrm>
              <a:off x="5038140" y="951342"/>
              <a:ext cx="2420471" cy="144331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FK-SIG-GEN-32*n</a:t>
              </a:r>
              <a:endParaRPr lang="zh-CN" altLang="en-US" dirty="0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23C93F7-EEFE-655E-C71D-EE6432C48B01}"/>
                </a:ext>
              </a:extLst>
            </p:cNvPr>
            <p:cNvSpPr/>
            <p:nvPr/>
          </p:nvSpPr>
          <p:spPr>
            <a:xfrm>
              <a:off x="5038140" y="2498138"/>
              <a:ext cx="2420471" cy="38733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FK-SIG-CAP-32*n</a:t>
              </a:r>
              <a:endParaRPr lang="zh-CN" altLang="en-US" dirty="0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9B2F33E6-EA3B-C3A5-B49E-EE5C5AA015F5}"/>
                </a:ext>
              </a:extLst>
            </p:cNvPr>
            <p:cNvSpPr/>
            <p:nvPr/>
          </p:nvSpPr>
          <p:spPr>
            <a:xfrm>
              <a:off x="5038139" y="3026129"/>
              <a:ext cx="2420471" cy="104415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LOAD_BOX</a:t>
              </a:r>
            </a:p>
            <a:p>
              <a:pPr algn="ctr"/>
              <a:r>
                <a:rPr lang="zh-CN" altLang="en-US" dirty="0"/>
                <a:t>外置</a:t>
              </a:r>
            </a:p>
          </p:txBody>
        </p: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D3C0DB07-33C0-93B3-8C1D-756BDCBEDF1A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 flipH="1">
              <a:off x="6248375" y="2885475"/>
              <a:ext cx="1" cy="14065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646A74E-6565-14C5-1CAA-0DF8077F1CA7}"/>
                </a:ext>
              </a:extLst>
            </p:cNvPr>
            <p:cNvSpPr/>
            <p:nvPr/>
          </p:nvSpPr>
          <p:spPr>
            <a:xfrm>
              <a:off x="5038138" y="4399391"/>
              <a:ext cx="2420471" cy="41585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SWITCH_BOX</a:t>
              </a:r>
              <a:endParaRPr lang="zh-CN" altLang="en-US" dirty="0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379400B8-1D55-9B91-44D3-E7F23EA71FBA}"/>
                </a:ext>
              </a:extLst>
            </p:cNvPr>
            <p:cNvSpPr/>
            <p:nvPr/>
          </p:nvSpPr>
          <p:spPr>
            <a:xfrm>
              <a:off x="5038135" y="5351930"/>
              <a:ext cx="2420471" cy="415854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PSI5_SIM</a:t>
              </a:r>
              <a:endParaRPr lang="zh-CN" altLang="en-US" dirty="0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8DA90994-431E-CBB4-8F2E-7A46329958ED}"/>
                </a:ext>
              </a:extLst>
            </p:cNvPr>
            <p:cNvSpPr/>
            <p:nvPr/>
          </p:nvSpPr>
          <p:spPr>
            <a:xfrm>
              <a:off x="7996493" y="951342"/>
              <a:ext cx="1290941" cy="481644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Linux</a:t>
              </a:r>
            </a:p>
            <a:p>
              <a:pPr algn="ctr"/>
              <a:r>
                <a:rPr lang="en-US" altLang="zh-CN" sz="1600" dirty="0"/>
                <a:t>Computer</a:t>
              </a:r>
              <a:endParaRPr lang="zh-CN" altLang="en-US" sz="1600" dirty="0"/>
            </a:p>
          </p:txBody>
        </p: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C5360C0B-407A-8E52-D04F-D5DB5D60DBB6}"/>
                </a:ext>
              </a:extLst>
            </p:cNvPr>
            <p:cNvGrpSpPr/>
            <p:nvPr/>
          </p:nvGrpSpPr>
          <p:grpSpPr>
            <a:xfrm>
              <a:off x="7454141" y="1391924"/>
              <a:ext cx="533364" cy="246221"/>
              <a:chOff x="2823881" y="1768133"/>
              <a:chExt cx="3065930" cy="246221"/>
            </a:xfrm>
          </p:grpSpPr>
          <p:cxnSp>
            <p:nvCxnSpPr>
              <p:cNvPr id="50" name="直接箭头连接符 49">
                <a:extLst>
                  <a:ext uri="{FF2B5EF4-FFF2-40B4-BE49-F238E27FC236}">
                    <a16:creationId xmlns:a16="http://schemas.microsoft.com/office/drawing/2014/main" id="{EA826734-1A41-6F94-EF9E-ED0268E66ED7}"/>
                  </a:ext>
                </a:extLst>
              </p:cNvPr>
              <p:cNvCxnSpPr/>
              <p:nvPr/>
            </p:nvCxnSpPr>
            <p:spPr>
              <a:xfrm>
                <a:off x="2922494" y="1999129"/>
                <a:ext cx="2967317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3BD33A9D-D5DC-2EFD-2EBF-34D1A5DB4B34}"/>
                  </a:ext>
                </a:extLst>
              </p:cNvPr>
              <p:cNvSpPr txBox="1"/>
              <p:nvPr/>
            </p:nvSpPr>
            <p:spPr>
              <a:xfrm>
                <a:off x="2823881" y="1768133"/>
                <a:ext cx="30659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zh-CN" altLang="en-US" sz="1000" dirty="0"/>
              </a:p>
            </p:txBody>
          </p:sp>
        </p:grpSp>
        <p:grpSp>
          <p:nvGrpSpPr>
            <p:cNvPr id="52" name="组合 51">
              <a:extLst>
                <a:ext uri="{FF2B5EF4-FFF2-40B4-BE49-F238E27FC236}">
                  <a16:creationId xmlns:a16="http://schemas.microsoft.com/office/drawing/2014/main" id="{5E18A5E6-B3DC-A79D-4BCC-88A88DB5E695}"/>
                </a:ext>
              </a:extLst>
            </p:cNvPr>
            <p:cNvGrpSpPr/>
            <p:nvPr/>
          </p:nvGrpSpPr>
          <p:grpSpPr>
            <a:xfrm>
              <a:off x="7454140" y="2467535"/>
              <a:ext cx="533364" cy="246221"/>
              <a:chOff x="2823881" y="1768133"/>
              <a:chExt cx="3065930" cy="246221"/>
            </a:xfrm>
          </p:grpSpPr>
          <p:cxnSp>
            <p:nvCxnSpPr>
              <p:cNvPr id="53" name="直接箭头连接符 52">
                <a:extLst>
                  <a:ext uri="{FF2B5EF4-FFF2-40B4-BE49-F238E27FC236}">
                    <a16:creationId xmlns:a16="http://schemas.microsoft.com/office/drawing/2014/main" id="{AD497DF0-BA23-2EEF-C414-095D5DD4C573}"/>
                  </a:ext>
                </a:extLst>
              </p:cNvPr>
              <p:cNvCxnSpPr/>
              <p:nvPr/>
            </p:nvCxnSpPr>
            <p:spPr>
              <a:xfrm>
                <a:off x="2922494" y="1999129"/>
                <a:ext cx="2967317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4D3FD3AC-88F9-6C87-A477-45D213507315}"/>
                  </a:ext>
                </a:extLst>
              </p:cNvPr>
              <p:cNvSpPr txBox="1"/>
              <p:nvPr/>
            </p:nvSpPr>
            <p:spPr>
              <a:xfrm>
                <a:off x="2823881" y="1768133"/>
                <a:ext cx="30659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zh-CN" altLang="en-US" sz="1000" dirty="0"/>
              </a:p>
            </p:txBody>
          </p:sp>
        </p:grpSp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id="{BE20FA7E-F1B0-D7DA-7611-C4A8A0F0D5AD}"/>
                </a:ext>
              </a:extLst>
            </p:cNvPr>
            <p:cNvGrpSpPr/>
            <p:nvPr/>
          </p:nvGrpSpPr>
          <p:grpSpPr>
            <a:xfrm>
              <a:off x="7454136" y="4393324"/>
              <a:ext cx="533364" cy="246221"/>
              <a:chOff x="2823881" y="1768133"/>
              <a:chExt cx="3065930" cy="246221"/>
            </a:xfrm>
          </p:grpSpPr>
          <p:cxnSp>
            <p:nvCxnSpPr>
              <p:cNvPr id="56" name="直接箭头连接符 55">
                <a:extLst>
                  <a:ext uri="{FF2B5EF4-FFF2-40B4-BE49-F238E27FC236}">
                    <a16:creationId xmlns:a16="http://schemas.microsoft.com/office/drawing/2014/main" id="{0997014D-5D26-B4B2-50C7-8DDFCA4D5F69}"/>
                  </a:ext>
                </a:extLst>
              </p:cNvPr>
              <p:cNvCxnSpPr/>
              <p:nvPr/>
            </p:nvCxnSpPr>
            <p:spPr>
              <a:xfrm>
                <a:off x="2922494" y="1999129"/>
                <a:ext cx="2967317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35EDA479-5FAE-15C6-1540-11D86BCF149A}"/>
                  </a:ext>
                </a:extLst>
              </p:cNvPr>
              <p:cNvSpPr txBox="1"/>
              <p:nvPr/>
            </p:nvSpPr>
            <p:spPr>
              <a:xfrm>
                <a:off x="2823881" y="1768133"/>
                <a:ext cx="30659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zh-CN" altLang="en-US" sz="1000" dirty="0"/>
              </a:p>
            </p:txBody>
          </p:sp>
        </p:grpSp>
        <p:grpSp>
          <p:nvGrpSpPr>
            <p:cNvPr id="58" name="组合 57">
              <a:extLst>
                <a:ext uri="{FF2B5EF4-FFF2-40B4-BE49-F238E27FC236}">
                  <a16:creationId xmlns:a16="http://schemas.microsoft.com/office/drawing/2014/main" id="{1242A603-0931-22D7-9A39-D3DBBF29A7EB}"/>
                </a:ext>
              </a:extLst>
            </p:cNvPr>
            <p:cNvGrpSpPr/>
            <p:nvPr/>
          </p:nvGrpSpPr>
          <p:grpSpPr>
            <a:xfrm>
              <a:off x="7454130" y="5321790"/>
              <a:ext cx="533364" cy="246221"/>
              <a:chOff x="2823881" y="1768133"/>
              <a:chExt cx="3065930" cy="246221"/>
            </a:xfrm>
          </p:grpSpPr>
          <p:cxnSp>
            <p:nvCxnSpPr>
              <p:cNvPr id="59" name="直接箭头连接符 58">
                <a:extLst>
                  <a:ext uri="{FF2B5EF4-FFF2-40B4-BE49-F238E27FC236}">
                    <a16:creationId xmlns:a16="http://schemas.microsoft.com/office/drawing/2014/main" id="{D4F00763-3D79-67C7-177B-49255E7722DF}"/>
                  </a:ext>
                </a:extLst>
              </p:cNvPr>
              <p:cNvCxnSpPr/>
              <p:nvPr/>
            </p:nvCxnSpPr>
            <p:spPr>
              <a:xfrm>
                <a:off x="2922494" y="1999129"/>
                <a:ext cx="2967317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3E00B262-B4D4-3F17-3BEB-9952F58EC9D8}"/>
                  </a:ext>
                </a:extLst>
              </p:cNvPr>
              <p:cNvSpPr txBox="1"/>
              <p:nvPr/>
            </p:nvSpPr>
            <p:spPr>
              <a:xfrm>
                <a:off x="2823881" y="1768133"/>
                <a:ext cx="3065928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endParaRPr lang="zh-CN" altLang="en-US" sz="1000" dirty="0"/>
              </a:p>
            </p:txBody>
          </p:sp>
        </p:grp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BBF2950E-AA39-28D7-7B92-7220856FA528}"/>
                </a:ext>
              </a:extLst>
            </p:cNvPr>
            <p:cNvSpPr txBox="1"/>
            <p:nvPr/>
          </p:nvSpPr>
          <p:spPr>
            <a:xfrm>
              <a:off x="4509246" y="485255"/>
              <a:ext cx="3114009" cy="4040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FK_ZCUTEST Platform -1</a:t>
              </a:r>
              <a:endParaRPr lang="zh-CN" altLang="en-US" dirty="0"/>
            </a:p>
          </p:txBody>
        </p:sp>
      </p:grp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BC39DF53-BDE8-B916-CC13-B9C7AA9C692A}"/>
              </a:ext>
            </a:extLst>
          </p:cNvPr>
          <p:cNvGrpSpPr/>
          <p:nvPr/>
        </p:nvGrpSpPr>
        <p:grpSpPr>
          <a:xfrm>
            <a:off x="8848188" y="3378982"/>
            <a:ext cx="1473055" cy="246221"/>
            <a:chOff x="2823881" y="1768133"/>
            <a:chExt cx="3065930" cy="246221"/>
          </a:xfrm>
        </p:grpSpPr>
        <p:cxnSp>
          <p:nvCxnSpPr>
            <p:cNvPr id="64" name="直接箭头连接符 63">
              <a:extLst>
                <a:ext uri="{FF2B5EF4-FFF2-40B4-BE49-F238E27FC236}">
                  <a16:creationId xmlns:a16="http://schemas.microsoft.com/office/drawing/2014/main" id="{CA86CB9F-38C5-AE9B-9DF8-6051306CA320}"/>
                </a:ext>
              </a:extLst>
            </p:cNvPr>
            <p:cNvCxnSpPr/>
            <p:nvPr/>
          </p:nvCxnSpPr>
          <p:spPr>
            <a:xfrm>
              <a:off x="2922494" y="1999129"/>
              <a:ext cx="296731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4A7AF75B-6F29-294B-D5D2-A8538A919681}"/>
                </a:ext>
              </a:extLst>
            </p:cNvPr>
            <p:cNvSpPr txBox="1"/>
            <p:nvPr/>
          </p:nvSpPr>
          <p:spPr>
            <a:xfrm>
              <a:off x="2823881" y="1768133"/>
              <a:ext cx="30659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/>
                <a:t>LAN-1</a:t>
              </a:r>
              <a:endParaRPr lang="zh-CN" altLang="en-US" sz="1000" dirty="0"/>
            </a:p>
          </p:txBody>
        </p:sp>
      </p:grpSp>
      <p:sp>
        <p:nvSpPr>
          <p:cNvPr id="73" name="文本框 72">
            <a:extLst>
              <a:ext uri="{FF2B5EF4-FFF2-40B4-BE49-F238E27FC236}">
                <a16:creationId xmlns:a16="http://schemas.microsoft.com/office/drawing/2014/main" id="{B2EB188F-21AB-DEF8-F438-5217C9CD90CA}"/>
              </a:ext>
            </a:extLst>
          </p:cNvPr>
          <p:cNvSpPr txBox="1"/>
          <p:nvPr/>
        </p:nvSpPr>
        <p:spPr>
          <a:xfrm>
            <a:off x="4457259" y="776254"/>
            <a:ext cx="29385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FK_ZCUTEST Platform -2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3FE88A68-DAAF-F20D-2403-B0F7AFBF0C53}"/>
              </a:ext>
            </a:extLst>
          </p:cNvPr>
          <p:cNvSpPr/>
          <p:nvPr/>
        </p:nvSpPr>
        <p:spPr>
          <a:xfrm>
            <a:off x="10321244" y="2691572"/>
            <a:ext cx="1696879" cy="1114986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Eth-SW</a:t>
            </a:r>
            <a:endParaRPr lang="zh-CN" altLang="en-US" dirty="0"/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B45C7AA7-193F-B722-4722-0BB1940FD1E9}"/>
              </a:ext>
            </a:extLst>
          </p:cNvPr>
          <p:cNvCxnSpPr>
            <a:stCxn id="84" idx="2"/>
          </p:cNvCxnSpPr>
          <p:nvPr/>
        </p:nvCxnSpPr>
        <p:spPr>
          <a:xfrm>
            <a:off x="11169684" y="3806558"/>
            <a:ext cx="9304" cy="62019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4C974C6B-F36C-AF13-326C-D6AA5D132969}"/>
              </a:ext>
            </a:extLst>
          </p:cNvPr>
          <p:cNvSpPr txBox="1"/>
          <p:nvPr/>
        </p:nvSpPr>
        <p:spPr>
          <a:xfrm>
            <a:off x="134472" y="4425174"/>
            <a:ext cx="22776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测试系统由</a:t>
            </a:r>
            <a:r>
              <a:rPr lang="en-US" altLang="zh-CN" dirty="0"/>
              <a:t>N</a:t>
            </a:r>
            <a:r>
              <a:rPr lang="zh-CN" altLang="en-US" dirty="0"/>
              <a:t>个测试平台</a:t>
            </a:r>
            <a:r>
              <a:rPr lang="en-US" altLang="zh-CN" dirty="0"/>
              <a:t>+</a:t>
            </a:r>
            <a:r>
              <a:rPr lang="zh-CN" altLang="en-US" dirty="0"/>
              <a:t>测试主机组成，测试平台用于执行实际的测试，测试主机用于管理测试流程。</a:t>
            </a:r>
          </a:p>
        </p:txBody>
      </p:sp>
    </p:spTree>
    <p:extLst>
      <p:ext uri="{BB962C8B-B14F-4D97-AF65-F5344CB8AC3E}">
        <p14:creationId xmlns:p14="http://schemas.microsoft.com/office/powerpoint/2010/main" val="2493195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BA287-0A91-1ACD-5987-23CCA9D2E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7B5BACF-804F-74BC-9D82-53988BDD17C4}"/>
              </a:ext>
            </a:extLst>
          </p:cNvPr>
          <p:cNvSpPr txBox="1"/>
          <p:nvPr/>
        </p:nvSpPr>
        <p:spPr>
          <a:xfrm>
            <a:off x="385482" y="242047"/>
            <a:ext cx="3720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FK_ZCUTEST Platform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860B9AE-277D-9977-0D55-12BC0F5B4979}"/>
              </a:ext>
            </a:extLst>
          </p:cNvPr>
          <p:cNvSpPr txBox="1"/>
          <p:nvPr/>
        </p:nvSpPr>
        <p:spPr>
          <a:xfrm>
            <a:off x="537883" y="3361765"/>
            <a:ext cx="1072178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FK_ZCUTEST Platform</a:t>
            </a:r>
            <a:r>
              <a:rPr lang="zh-CN" altLang="en-US" dirty="0"/>
              <a:t> 是一款专门为</a:t>
            </a:r>
            <a:r>
              <a:rPr lang="en-US" altLang="zh-CN" dirty="0"/>
              <a:t>ZCU</a:t>
            </a:r>
            <a:r>
              <a:rPr lang="zh-CN" altLang="en-US" dirty="0"/>
              <a:t>打造的一款测试平台，测试平台包含一台实时主机</a:t>
            </a:r>
            <a:r>
              <a:rPr lang="en-US" altLang="zh-CN" dirty="0"/>
              <a:t>+</a:t>
            </a:r>
            <a:r>
              <a:rPr lang="zh-CN" altLang="en-US" dirty="0"/>
              <a:t>多张采集</a:t>
            </a:r>
            <a:r>
              <a:rPr lang="en-US" altLang="zh-CN" dirty="0"/>
              <a:t>/</a:t>
            </a:r>
            <a:r>
              <a:rPr lang="zh-CN" altLang="en-US" dirty="0"/>
              <a:t>输入卡组成，实时主机主要用于驱动板卡、实时采集测试过程中的数据以及常用的通讯处理，比如</a:t>
            </a:r>
            <a:r>
              <a:rPr lang="en-US" altLang="zh-CN" dirty="0"/>
              <a:t>CAN</a:t>
            </a:r>
            <a:r>
              <a:rPr lang="zh-CN" altLang="en-US" dirty="0"/>
              <a:t>的</a:t>
            </a:r>
            <a:r>
              <a:rPr lang="en-US" altLang="zh-CN" dirty="0"/>
              <a:t>UDS</a:t>
            </a:r>
            <a:r>
              <a:rPr lang="zh-CN" altLang="en-US" dirty="0"/>
              <a:t>、</a:t>
            </a:r>
            <a:r>
              <a:rPr lang="en-US" altLang="zh-CN" dirty="0"/>
              <a:t>DBC</a:t>
            </a:r>
            <a:r>
              <a:rPr lang="zh-CN" altLang="en-US" dirty="0"/>
              <a:t>、</a:t>
            </a:r>
            <a:r>
              <a:rPr lang="en-US" altLang="zh-CN" dirty="0"/>
              <a:t>XCP,</a:t>
            </a:r>
            <a:r>
              <a:rPr lang="zh-CN" altLang="en-US" dirty="0"/>
              <a:t>以太网的</a:t>
            </a:r>
            <a:r>
              <a:rPr lang="en-US" altLang="zh-CN" dirty="0" err="1"/>
              <a:t>DoIp</a:t>
            </a:r>
            <a:r>
              <a:rPr lang="zh-CN" altLang="en-US" dirty="0"/>
              <a:t>、</a:t>
            </a:r>
            <a:r>
              <a:rPr lang="en-US" altLang="zh-CN" dirty="0" err="1"/>
              <a:t>SomeIP</a:t>
            </a:r>
            <a:r>
              <a:rPr lang="zh-CN" altLang="en-US" dirty="0"/>
              <a:t>等。</a:t>
            </a:r>
            <a:endParaRPr lang="en-US" altLang="zh-CN" dirty="0"/>
          </a:p>
          <a:p>
            <a:r>
              <a:rPr lang="zh-CN" altLang="en-US" dirty="0"/>
              <a:t>根据项目需求可以添加如下资源</a:t>
            </a:r>
            <a:endParaRPr lang="en-US" altLang="zh-CN" dirty="0"/>
          </a:p>
          <a:p>
            <a:r>
              <a:rPr lang="en-US" altLang="zh-CN" dirty="0"/>
              <a:t>1. FK-SIG-GEN-32</a:t>
            </a:r>
            <a:r>
              <a:rPr lang="zh-CN" altLang="en-US" dirty="0"/>
              <a:t>，用于连接到</a:t>
            </a:r>
            <a:r>
              <a:rPr lang="en-US" altLang="zh-CN" dirty="0"/>
              <a:t>ZCU</a:t>
            </a:r>
            <a:r>
              <a:rPr lang="zh-CN" altLang="en-US" dirty="0"/>
              <a:t>的输入端口，模拟电压数字信号。</a:t>
            </a:r>
            <a:endParaRPr lang="en-US" altLang="zh-CN" dirty="0"/>
          </a:p>
          <a:p>
            <a:r>
              <a:rPr lang="en-US" altLang="zh-CN" dirty="0"/>
              <a:t>2. FK-SIG-CAP-32</a:t>
            </a:r>
            <a:r>
              <a:rPr lang="zh-CN" altLang="en-US" dirty="0"/>
              <a:t>，用于连接到</a:t>
            </a:r>
            <a:r>
              <a:rPr lang="en-US" altLang="zh-CN" dirty="0"/>
              <a:t>ZCU</a:t>
            </a:r>
            <a:r>
              <a:rPr lang="zh-CN" altLang="en-US" dirty="0"/>
              <a:t>的输出端口，用于采集输出的电压和频率信号。</a:t>
            </a:r>
            <a:endParaRPr lang="en-US" altLang="zh-CN" dirty="0"/>
          </a:p>
          <a:p>
            <a:r>
              <a:rPr lang="en-US" altLang="zh-CN" dirty="0"/>
              <a:t>3. SWITCH_BOX,</a:t>
            </a:r>
            <a:r>
              <a:rPr lang="zh-CN" altLang="en-US" dirty="0"/>
              <a:t>用于连接到</a:t>
            </a:r>
            <a:r>
              <a:rPr lang="en-US" altLang="zh-CN" dirty="0"/>
              <a:t>ZCU</a:t>
            </a:r>
            <a:r>
              <a:rPr lang="zh-CN" altLang="en-US" dirty="0"/>
              <a:t>的分时测试或通讯端口，用于功能性测试。</a:t>
            </a:r>
          </a:p>
          <a:p>
            <a:r>
              <a:rPr lang="en-US" altLang="zh-CN" dirty="0"/>
              <a:t>4.Others:</a:t>
            </a:r>
            <a:r>
              <a:rPr lang="zh-CN" altLang="en-US" dirty="0"/>
              <a:t>更具</a:t>
            </a:r>
            <a:r>
              <a:rPr lang="en-US" altLang="zh-CN" dirty="0"/>
              <a:t>ZCU</a:t>
            </a:r>
            <a:r>
              <a:rPr lang="zh-CN" altLang="en-US" dirty="0"/>
              <a:t>需求配置实际的资源，如</a:t>
            </a:r>
            <a:r>
              <a:rPr lang="en-US" altLang="zh-CN" dirty="0"/>
              <a:t>PSI5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该测试平台最大支持</a:t>
            </a:r>
            <a:r>
              <a:rPr lang="en-US" altLang="zh-CN" dirty="0"/>
              <a:t>448PIN</a:t>
            </a:r>
            <a:r>
              <a:rPr lang="zh-CN" altLang="en-US" dirty="0"/>
              <a:t>测试，并将所有激励</a:t>
            </a:r>
            <a:r>
              <a:rPr lang="en-US" altLang="zh-CN" dirty="0"/>
              <a:t>/</a:t>
            </a:r>
            <a:r>
              <a:rPr lang="zh-CN" altLang="en-US" dirty="0"/>
              <a:t>测量的</a:t>
            </a:r>
            <a:r>
              <a:rPr lang="en-US" altLang="zh-CN" dirty="0"/>
              <a:t>DUT pin </a:t>
            </a:r>
            <a:r>
              <a:rPr lang="zh-CN" altLang="en-US" dirty="0"/>
              <a:t>通过测试孔连接到面板，便于后期的故障排查确认。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F420550-F93D-0255-A764-56F326641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5658" y="778334"/>
            <a:ext cx="4715073" cy="241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618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F2BFC-6A62-0C9E-7E14-547E34683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42F56F5-3D86-D545-037F-9B7A642CE209}"/>
              </a:ext>
            </a:extLst>
          </p:cNvPr>
          <p:cNvSpPr txBox="1"/>
          <p:nvPr/>
        </p:nvSpPr>
        <p:spPr>
          <a:xfrm>
            <a:off x="385482" y="242047"/>
            <a:ext cx="3720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FK-SIG-GEN-32</a:t>
            </a:r>
            <a:endParaRPr lang="zh-CN" altLang="en-US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BD6099A-B85B-71BB-42A6-BF421BF33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46" y="3028320"/>
            <a:ext cx="4084301" cy="2092278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103140B-E615-20EA-DA21-3EC6D590D5CD}"/>
              </a:ext>
            </a:extLst>
          </p:cNvPr>
          <p:cNvSpPr txBox="1"/>
          <p:nvPr/>
        </p:nvSpPr>
        <p:spPr>
          <a:xfrm>
            <a:off x="546846" y="815788"/>
            <a:ext cx="1077557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FK-SIG-GEN-32</a:t>
            </a:r>
            <a:r>
              <a:rPr lang="zh-CN" altLang="en-US" dirty="0"/>
              <a:t>是一张多功能输出卡，可配置输出为一下模式中的一种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直接模拟量输出，用于模拟电压型传感器，最大输出能力</a:t>
            </a:r>
            <a:r>
              <a:rPr lang="en-US" altLang="zh-CN" dirty="0"/>
              <a:t>25mA,</a:t>
            </a:r>
            <a:r>
              <a:rPr lang="zh-CN" altLang="en-US" dirty="0"/>
              <a:t>输出电压范围</a:t>
            </a:r>
            <a:r>
              <a:rPr lang="en-US" altLang="zh-CN" dirty="0"/>
              <a:t>0~10V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串电阻输出，用于模拟电阻型传感器，电阻范围</a:t>
            </a:r>
            <a:r>
              <a:rPr lang="en-US" altLang="zh-CN" dirty="0"/>
              <a:t>100~25K,</a:t>
            </a:r>
            <a:r>
              <a:rPr lang="zh-CN" altLang="en-US" dirty="0"/>
              <a:t>可配置上拉下拉。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直接输出</a:t>
            </a:r>
            <a:r>
              <a:rPr lang="en-US" altLang="zh-CN" dirty="0"/>
              <a:t>PWM</a:t>
            </a:r>
            <a:r>
              <a:rPr lang="zh-CN" altLang="en-US" dirty="0"/>
              <a:t>信号，用于模拟开关或则传感器反馈，频率范围</a:t>
            </a:r>
            <a:r>
              <a:rPr lang="en-US" altLang="zh-CN" dirty="0"/>
              <a:t>0-50K</a:t>
            </a:r>
            <a:r>
              <a:rPr lang="zh-CN" altLang="en-US" dirty="0"/>
              <a:t>，电压</a:t>
            </a:r>
            <a:r>
              <a:rPr lang="en-US" altLang="zh-CN" dirty="0"/>
              <a:t>0-Vbat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该卡可以采集最后的数据模拟量，上报给测试平台记录，用于后期问题分析排查。</a:t>
            </a:r>
            <a:endParaRPr lang="en-US" altLang="zh-CN" dirty="0"/>
          </a:p>
          <a:p>
            <a:r>
              <a:rPr lang="zh-CN" altLang="en-US" dirty="0"/>
              <a:t>单通道原理框图如下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E51924D-98BA-7EBD-50F2-67F3D8485C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6167" y="-268942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913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BF0F5-24D9-A83D-6815-859322565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496E5EA-D660-75E7-3212-F31A44C9F8CB}"/>
              </a:ext>
            </a:extLst>
          </p:cNvPr>
          <p:cNvSpPr txBox="1"/>
          <p:nvPr/>
        </p:nvSpPr>
        <p:spPr>
          <a:xfrm>
            <a:off x="385482" y="242047"/>
            <a:ext cx="3720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FK-SIG-CAP-32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C2CB63-A63D-0C85-B3C1-0916B71855E9}"/>
              </a:ext>
            </a:extLst>
          </p:cNvPr>
          <p:cNvSpPr txBox="1"/>
          <p:nvPr/>
        </p:nvSpPr>
        <p:spPr>
          <a:xfrm>
            <a:off x="385482" y="698864"/>
            <a:ext cx="1137621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FK-SIG-CAP-32</a:t>
            </a:r>
            <a:r>
              <a:rPr lang="zh-CN" altLang="en-US" dirty="0"/>
              <a:t>是一张频率电压并行采集卡。</a:t>
            </a:r>
            <a:endParaRPr lang="en-US" altLang="zh-CN" dirty="0"/>
          </a:p>
          <a:p>
            <a:r>
              <a:rPr lang="zh-CN" altLang="en-US" dirty="0"/>
              <a:t>采集卡可以采集以下信息：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频率占空比，频率范围</a:t>
            </a:r>
            <a:r>
              <a:rPr lang="en-US" altLang="zh-CN" dirty="0"/>
              <a:t>1-50kHz,</a:t>
            </a:r>
            <a:r>
              <a:rPr lang="zh-CN" altLang="en-US" dirty="0"/>
              <a:t>占空</a:t>
            </a:r>
            <a:r>
              <a:rPr lang="en-US" altLang="zh-CN" dirty="0"/>
              <a:t>0-100%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高电平均值，电压范围正负</a:t>
            </a:r>
            <a:r>
              <a:rPr lang="en-US" altLang="zh-CN" dirty="0"/>
              <a:t>24V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低电平均值，电压范围正负</a:t>
            </a:r>
            <a:r>
              <a:rPr lang="en-US" altLang="zh-CN" dirty="0"/>
              <a:t>24V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en-US" altLang="zh-CN" dirty="0"/>
              <a:t>4.</a:t>
            </a:r>
            <a:r>
              <a:rPr lang="zh-CN" altLang="en-US" dirty="0"/>
              <a:t>周期内有效值，电压范围正负</a:t>
            </a:r>
            <a:r>
              <a:rPr lang="en-US" altLang="zh-CN" dirty="0"/>
              <a:t>24V</a:t>
            </a:r>
            <a:r>
              <a:rPr lang="zh-CN" altLang="en-US" dirty="0"/>
              <a:t>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该卡可以采集最后的数据，上报给测试平台记录，用于后期问题分析排查。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单通道原理框图如下</a:t>
            </a:r>
          </a:p>
          <a:p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6CAFADE-E46C-5EF2-3172-B8AEAB9B2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059" y="3570081"/>
            <a:ext cx="6428571" cy="267619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F79EC96-84DC-5FE2-7013-5152DCFC7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9402" y="-123152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310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044D4-8FC2-986A-DE62-46DAD02E2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23324D6C-2810-CFEC-CF1E-C676F523EE34}"/>
              </a:ext>
            </a:extLst>
          </p:cNvPr>
          <p:cNvSpPr txBox="1"/>
          <p:nvPr/>
        </p:nvSpPr>
        <p:spPr>
          <a:xfrm>
            <a:off x="385482" y="242047"/>
            <a:ext cx="3720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SWITCH_BOX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11CE4E3-360A-E4CF-5DF0-B5D5EA9B1EAF}"/>
              </a:ext>
            </a:extLst>
          </p:cNvPr>
          <p:cNvSpPr txBox="1"/>
          <p:nvPr/>
        </p:nvSpPr>
        <p:spPr>
          <a:xfrm>
            <a:off x="519953" y="779929"/>
            <a:ext cx="10112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SWITCH_BOX</a:t>
            </a:r>
            <a:r>
              <a:rPr lang="zh-CN" altLang="en-US" dirty="0"/>
              <a:t>包含了</a:t>
            </a:r>
            <a:r>
              <a:rPr lang="en-US" altLang="zh-CN" dirty="0"/>
              <a:t>2</a:t>
            </a:r>
            <a:r>
              <a:rPr lang="zh-CN" altLang="en-US" dirty="0"/>
              <a:t>路 </a:t>
            </a:r>
            <a:r>
              <a:rPr lang="en-US" altLang="zh-CN" dirty="0"/>
              <a:t>16</a:t>
            </a:r>
            <a:r>
              <a:rPr lang="zh-CN" altLang="en-US" dirty="0"/>
              <a:t>选</a:t>
            </a:r>
            <a:r>
              <a:rPr lang="en-US" altLang="zh-CN" dirty="0"/>
              <a:t>1</a:t>
            </a:r>
            <a:r>
              <a:rPr lang="zh-CN" altLang="en-US" dirty="0"/>
              <a:t>矩阵，可用于多路</a:t>
            </a:r>
            <a:r>
              <a:rPr lang="en-US" altLang="zh-CN" dirty="0"/>
              <a:t>CAN</a:t>
            </a:r>
            <a:r>
              <a:rPr lang="zh-CN" altLang="en-US" dirty="0"/>
              <a:t>或者</a:t>
            </a:r>
            <a:r>
              <a:rPr lang="en-US" altLang="zh-CN" dirty="0"/>
              <a:t>LIN</a:t>
            </a:r>
            <a:r>
              <a:rPr lang="zh-CN" altLang="en-US" dirty="0"/>
              <a:t>通讯切换测试。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EFE1927-C9B9-1F3F-3E90-3387B053C1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9841" y="-144813"/>
            <a:ext cx="5143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740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49AF6-C065-0E61-556D-AD0BB5C05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BCB3E96-F63F-4213-8F37-06F5AA8CCE76}"/>
              </a:ext>
            </a:extLst>
          </p:cNvPr>
          <p:cNvSpPr txBox="1"/>
          <p:nvPr/>
        </p:nvSpPr>
        <p:spPr>
          <a:xfrm>
            <a:off x="385482" y="242047"/>
            <a:ext cx="3720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PSI5_SIM</a:t>
            </a:r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1AD1AA0-A38A-FA7A-5F11-56B7C3E043FB}"/>
              </a:ext>
            </a:extLst>
          </p:cNvPr>
          <p:cNvSpPr txBox="1"/>
          <p:nvPr/>
        </p:nvSpPr>
        <p:spPr>
          <a:xfrm>
            <a:off x="519953" y="779929"/>
            <a:ext cx="827442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PSI_SIM</a:t>
            </a:r>
            <a:r>
              <a:rPr lang="zh-CN" altLang="en-US" dirty="0"/>
              <a:t>，是一款</a:t>
            </a:r>
            <a:r>
              <a:rPr lang="en-US" altLang="zh-CN" dirty="0"/>
              <a:t>4</a:t>
            </a:r>
            <a:r>
              <a:rPr lang="zh-CN" altLang="en-US" dirty="0"/>
              <a:t>通道</a:t>
            </a:r>
            <a:r>
              <a:rPr lang="en-US" altLang="zh-CN" dirty="0"/>
              <a:t>PSI5</a:t>
            </a:r>
            <a:r>
              <a:rPr lang="zh-CN" altLang="en-US" dirty="0"/>
              <a:t>信号发生器，每个通道可模拟</a:t>
            </a:r>
            <a:r>
              <a:rPr lang="en-US" altLang="zh-CN" dirty="0"/>
              <a:t>4</a:t>
            </a:r>
            <a:r>
              <a:rPr lang="zh-CN" altLang="en-US" dirty="0"/>
              <a:t>个</a:t>
            </a:r>
            <a:r>
              <a:rPr lang="en-US" altLang="zh-CN" dirty="0"/>
              <a:t>Slot</a:t>
            </a:r>
            <a:r>
              <a:rPr lang="zh-CN" altLang="en-US" dirty="0"/>
              <a:t>信号。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符合</a:t>
            </a:r>
            <a:r>
              <a:rPr lang="en-US" altLang="zh-CN" dirty="0"/>
              <a:t>PSI51.X-2.3</a:t>
            </a:r>
            <a:r>
              <a:rPr lang="zh-CN" altLang="en-US" dirty="0"/>
              <a:t>标准</a:t>
            </a:r>
            <a:endParaRPr lang="en-US" altLang="zh-CN" dirty="0"/>
          </a:p>
          <a:p>
            <a:r>
              <a:rPr lang="zh-CN" altLang="en-US" dirty="0"/>
              <a:t>支持主动模式和被动模式模拟。</a:t>
            </a:r>
            <a:endParaRPr lang="en-US" altLang="zh-CN" dirty="0"/>
          </a:p>
          <a:p>
            <a:r>
              <a:rPr lang="zh-CN" altLang="en-US" dirty="0"/>
              <a:t>过压保护范围</a:t>
            </a:r>
            <a:r>
              <a:rPr lang="en-US" altLang="zh-CN" dirty="0"/>
              <a:t>60V</a:t>
            </a:r>
            <a:r>
              <a:rPr lang="zh-CN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216147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AE7A8-4429-0233-D472-3450AAC7B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D21874-9436-EF5D-1328-8957EB37FF70}"/>
              </a:ext>
            </a:extLst>
          </p:cNvPr>
          <p:cNvSpPr txBox="1"/>
          <p:nvPr/>
        </p:nvSpPr>
        <p:spPr>
          <a:xfrm>
            <a:off x="385482" y="242047"/>
            <a:ext cx="3720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LOAD_BOX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400FB70-B227-04C7-B4B0-BF2D6F208684}"/>
              </a:ext>
            </a:extLst>
          </p:cNvPr>
          <p:cNvSpPr txBox="1"/>
          <p:nvPr/>
        </p:nvSpPr>
        <p:spPr>
          <a:xfrm>
            <a:off x="5774690" y="1691005"/>
            <a:ext cx="6277610" cy="2732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630" indent="-21463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/>
              <a:t>负载箱：</a:t>
            </a:r>
            <a:endParaRPr lang="en-US" altLang="zh-CN" b="1" dirty="0"/>
          </a:p>
          <a:p>
            <a:pPr marL="557530" lvl="1" indent="-21463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每台</a:t>
            </a:r>
            <a:r>
              <a:rPr lang="en-US" altLang="zh-CN" sz="1600" dirty="0"/>
              <a:t>DUT</a:t>
            </a:r>
            <a:r>
              <a:rPr lang="zh-CN" altLang="en-US" sz="1600" dirty="0"/>
              <a:t>有一个负载箱，，负载卡的硬件完全一样；</a:t>
            </a:r>
          </a:p>
          <a:p>
            <a:pPr marL="557530" lvl="1" indent="-21463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负载箱前面板通过</a:t>
            </a:r>
            <a:r>
              <a:rPr lang="en-US" altLang="zh-CN" sz="1600" dirty="0"/>
              <a:t>EDAC</a:t>
            </a:r>
            <a:r>
              <a:rPr lang="zh-CN" altLang="en-US" sz="1600" dirty="0"/>
              <a:t>连接器和产品主连接器相连；</a:t>
            </a:r>
            <a:endParaRPr lang="en-US" altLang="zh-CN" sz="1600" dirty="0"/>
          </a:p>
          <a:p>
            <a:pPr marL="557530" lvl="1" indent="-21463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模块化负载卡，负载卡可插拔，可交换，方便调试和维修；</a:t>
            </a:r>
            <a:endParaRPr lang="en-US" altLang="zh-CN" sz="1600" dirty="0"/>
          </a:p>
          <a:p>
            <a:pPr marL="557530" lvl="1" indent="-21463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里面带风扇，散热良好。</a:t>
            </a:r>
            <a:endParaRPr lang="en-US" altLang="zh-CN" sz="1200" dirty="0"/>
          </a:p>
          <a:p>
            <a:pPr marL="214630" indent="-21463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/>
              <a:t>负载卡：</a:t>
            </a:r>
            <a:endParaRPr lang="en-US" altLang="zh-CN" b="1" dirty="0"/>
          </a:p>
          <a:p>
            <a:pPr marL="557530" lvl="1" indent="-21463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/>
              <a:t>负载卡可插拔，可互换；</a:t>
            </a:r>
            <a:endParaRPr lang="en-US" altLang="zh-CN" sz="2400" b="1" dirty="0"/>
          </a:p>
        </p:txBody>
      </p:sp>
      <p:sp>
        <p:nvSpPr>
          <p:cNvPr id="6" name="右箭头 10">
            <a:extLst>
              <a:ext uri="{FF2B5EF4-FFF2-40B4-BE49-F238E27FC236}">
                <a16:creationId xmlns:a16="http://schemas.microsoft.com/office/drawing/2014/main" id="{9654058B-91BA-5F41-8C11-50BCFDB8D025}"/>
              </a:ext>
            </a:extLst>
          </p:cNvPr>
          <p:cNvSpPr/>
          <p:nvPr/>
        </p:nvSpPr>
        <p:spPr>
          <a:xfrm>
            <a:off x="5437818" y="2754490"/>
            <a:ext cx="741064" cy="24931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立方体 7">
            <a:extLst>
              <a:ext uri="{FF2B5EF4-FFF2-40B4-BE49-F238E27FC236}">
                <a16:creationId xmlns:a16="http://schemas.microsoft.com/office/drawing/2014/main" id="{6BBA678A-CE85-477D-36B2-639D5E239B04}"/>
              </a:ext>
            </a:extLst>
          </p:cNvPr>
          <p:cNvSpPr/>
          <p:nvPr/>
        </p:nvSpPr>
        <p:spPr>
          <a:xfrm>
            <a:off x="484546" y="1346957"/>
            <a:ext cx="4814239" cy="2510985"/>
          </a:xfrm>
          <a:prstGeom prst="cube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58D312FC-2A10-DCFB-1525-49FBDBE4F628}"/>
              </a:ext>
            </a:extLst>
          </p:cNvPr>
          <p:cNvGrpSpPr/>
          <p:nvPr/>
        </p:nvGrpSpPr>
        <p:grpSpPr>
          <a:xfrm>
            <a:off x="4677095" y="1972807"/>
            <a:ext cx="275921" cy="1885135"/>
            <a:chOff x="4413752" y="3181350"/>
            <a:chExt cx="243840" cy="1577975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1BEA5A5-E1E2-0F2B-9409-0F47499D3886}"/>
                </a:ext>
              </a:extLst>
            </p:cNvPr>
            <p:cNvSpPr/>
            <p:nvPr/>
          </p:nvSpPr>
          <p:spPr>
            <a:xfrm>
              <a:off x="4413752" y="3181350"/>
              <a:ext cx="243840" cy="157797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BFDA5798-A200-EA75-A677-75A8BFC56B78}"/>
                </a:ext>
              </a:extLst>
            </p:cNvPr>
            <p:cNvSpPr/>
            <p:nvPr/>
          </p:nvSpPr>
          <p:spPr>
            <a:xfrm>
              <a:off x="4478773" y="3295650"/>
              <a:ext cx="101600" cy="101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16425037-4191-7583-D83B-2F19BA51A4AA}"/>
                </a:ext>
              </a:extLst>
            </p:cNvPr>
            <p:cNvSpPr/>
            <p:nvPr/>
          </p:nvSpPr>
          <p:spPr>
            <a:xfrm>
              <a:off x="4478773" y="4562475"/>
              <a:ext cx="101600" cy="101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0129A744-A46B-0E43-DBD1-DDDD2D16E6C3}"/>
              </a:ext>
            </a:extLst>
          </p:cNvPr>
          <p:cNvGrpSpPr/>
          <p:nvPr/>
        </p:nvGrpSpPr>
        <p:grpSpPr>
          <a:xfrm>
            <a:off x="208625" y="1972807"/>
            <a:ext cx="275921" cy="1885135"/>
            <a:chOff x="4427220" y="3181350"/>
            <a:chExt cx="243840" cy="1577975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D62FB55F-0A66-FF03-91B9-465B841BC058}"/>
                </a:ext>
              </a:extLst>
            </p:cNvPr>
            <p:cNvSpPr/>
            <p:nvPr/>
          </p:nvSpPr>
          <p:spPr>
            <a:xfrm>
              <a:off x="4427220" y="3181350"/>
              <a:ext cx="243840" cy="157797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16BC9A4C-A212-6F4A-2601-D85597B22106}"/>
                </a:ext>
              </a:extLst>
            </p:cNvPr>
            <p:cNvSpPr/>
            <p:nvPr/>
          </p:nvSpPr>
          <p:spPr>
            <a:xfrm>
              <a:off x="4498975" y="3295650"/>
              <a:ext cx="101600" cy="101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CF5DD472-DCE5-5B92-D241-EA1B6179C8DF}"/>
                </a:ext>
              </a:extLst>
            </p:cNvPr>
            <p:cNvSpPr/>
            <p:nvPr/>
          </p:nvSpPr>
          <p:spPr>
            <a:xfrm>
              <a:off x="4498975" y="4562475"/>
              <a:ext cx="101600" cy="101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4E5B09B-1D71-09F5-8CC1-E1DFF202A22F}"/>
              </a:ext>
            </a:extLst>
          </p:cNvPr>
          <p:cNvGrpSpPr/>
          <p:nvPr/>
        </p:nvGrpSpPr>
        <p:grpSpPr>
          <a:xfrm>
            <a:off x="567597" y="2895936"/>
            <a:ext cx="913287" cy="986577"/>
            <a:chOff x="782055" y="3954066"/>
            <a:chExt cx="807101" cy="825826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ACE72DF4-D0CA-F144-F256-16129F287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A6A5A6"/>
                </a:clrFrom>
                <a:clrTo>
                  <a:srgbClr val="A6A5A6">
                    <a:alpha val="0"/>
                  </a:srgbClr>
                </a:clrTo>
              </a:clrChange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34448" y="4103026"/>
              <a:ext cx="346075" cy="585522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79C20912-C2B1-090E-AA2B-9257EB6EDC4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0367" y="3957901"/>
              <a:ext cx="288789" cy="147372"/>
            </a:xfrm>
            <a:prstGeom prst="rect">
              <a:avLst/>
            </a:prstGeom>
          </p:spPr>
        </p:pic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D818DC64-8DFE-4228-0FA2-153A1475B0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0367" y="4148402"/>
              <a:ext cx="288789" cy="147372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5972BCAC-E5CA-FCE8-EA2F-67320AB427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0367" y="4334141"/>
              <a:ext cx="288789" cy="147372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855603C0-C9AC-11F0-92B1-C546415D6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0367" y="4531651"/>
              <a:ext cx="288789" cy="147372"/>
            </a:xfrm>
            <a:prstGeom prst="rect">
              <a:avLst/>
            </a:prstGeom>
          </p:spPr>
        </p:pic>
        <p:sp>
          <p:nvSpPr>
            <p:cNvPr id="23" name="流程图: 接点 22">
              <a:extLst>
                <a:ext uri="{FF2B5EF4-FFF2-40B4-BE49-F238E27FC236}">
                  <a16:creationId xmlns:a16="http://schemas.microsoft.com/office/drawing/2014/main" id="{98484678-A8D7-9BB6-051E-3956E81ECDC0}"/>
                </a:ext>
              </a:extLst>
            </p:cNvPr>
            <p:cNvSpPr/>
            <p:nvPr/>
          </p:nvSpPr>
          <p:spPr>
            <a:xfrm>
              <a:off x="877773" y="3954066"/>
              <a:ext cx="71438" cy="73686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流程图: 接点 23">
              <a:extLst>
                <a:ext uri="{FF2B5EF4-FFF2-40B4-BE49-F238E27FC236}">
                  <a16:creationId xmlns:a16="http://schemas.microsoft.com/office/drawing/2014/main" id="{AEE42CBA-63AA-BD83-52DF-24D488E50C58}"/>
                </a:ext>
              </a:extLst>
            </p:cNvPr>
            <p:cNvSpPr/>
            <p:nvPr/>
          </p:nvSpPr>
          <p:spPr>
            <a:xfrm>
              <a:off x="1058678" y="3954066"/>
              <a:ext cx="71438" cy="73686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B97689E-D3E8-59B2-96FF-D4075C833FD9}"/>
                </a:ext>
              </a:extLst>
            </p:cNvPr>
            <p:cNvSpPr txBox="1"/>
            <p:nvPr/>
          </p:nvSpPr>
          <p:spPr>
            <a:xfrm>
              <a:off x="782055" y="4000379"/>
              <a:ext cx="271461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" dirty="0"/>
                <a:t>KL30</a:t>
              </a:r>
              <a:endParaRPr lang="zh-CN" altLang="en-US" sz="300" dirty="0"/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9A278C77-DE59-6A2A-FC2F-33F17364D63F}"/>
                </a:ext>
              </a:extLst>
            </p:cNvPr>
            <p:cNvSpPr txBox="1"/>
            <p:nvPr/>
          </p:nvSpPr>
          <p:spPr>
            <a:xfrm>
              <a:off x="964339" y="4000379"/>
              <a:ext cx="271461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" dirty="0"/>
                <a:t>KL15</a:t>
              </a:r>
              <a:endParaRPr lang="zh-CN" altLang="en-US" sz="300" dirty="0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F75964BD-F2BD-560B-060D-97CBA57B272D}"/>
                </a:ext>
              </a:extLst>
            </p:cNvPr>
            <p:cNvSpPr txBox="1"/>
            <p:nvPr/>
          </p:nvSpPr>
          <p:spPr>
            <a:xfrm>
              <a:off x="1304368" y="4064007"/>
              <a:ext cx="284788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" dirty="0"/>
                <a:t>CAN1</a:t>
              </a:r>
              <a:endParaRPr lang="zh-CN" altLang="en-US" sz="300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AF33267D-A10E-4930-D7C5-E3F8E1B32208}"/>
                </a:ext>
              </a:extLst>
            </p:cNvPr>
            <p:cNvSpPr txBox="1"/>
            <p:nvPr/>
          </p:nvSpPr>
          <p:spPr>
            <a:xfrm>
              <a:off x="1304368" y="4257541"/>
              <a:ext cx="284788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" dirty="0"/>
                <a:t>CAN2</a:t>
              </a:r>
              <a:endParaRPr lang="zh-CN" altLang="en-US" sz="300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5C98B134-09CE-BD16-FE55-D7A8B021E1C2}"/>
                </a:ext>
              </a:extLst>
            </p:cNvPr>
            <p:cNvSpPr txBox="1"/>
            <p:nvPr/>
          </p:nvSpPr>
          <p:spPr>
            <a:xfrm>
              <a:off x="1304368" y="4439920"/>
              <a:ext cx="284788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" dirty="0"/>
                <a:t>CAN3</a:t>
              </a:r>
              <a:endParaRPr lang="zh-CN" altLang="en-US" sz="300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B797E2B-7049-18F4-070D-4F05BEE245C0}"/>
                </a:ext>
              </a:extLst>
            </p:cNvPr>
            <p:cNvSpPr txBox="1"/>
            <p:nvPr/>
          </p:nvSpPr>
          <p:spPr>
            <a:xfrm>
              <a:off x="1304368" y="4641393"/>
              <a:ext cx="284788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" dirty="0"/>
                <a:t>CAN4</a:t>
              </a:r>
              <a:endParaRPr lang="zh-CN" altLang="en-US" sz="300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994D9E8A-5658-7AE2-A3F4-0D0410093879}"/>
              </a:ext>
            </a:extLst>
          </p:cNvPr>
          <p:cNvGrpSpPr/>
          <p:nvPr/>
        </p:nvGrpSpPr>
        <p:grpSpPr>
          <a:xfrm>
            <a:off x="2081173" y="2895936"/>
            <a:ext cx="925987" cy="986579"/>
            <a:chOff x="782055" y="3954066"/>
            <a:chExt cx="818325" cy="825828"/>
          </a:xfrm>
        </p:grpSpPr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0E20C204-0299-A24B-2C68-562DB14E61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A6A5A6"/>
                </a:clrFrom>
                <a:clrTo>
                  <a:srgbClr val="A6A5A6">
                    <a:alpha val="0"/>
                  </a:srgbClr>
                </a:clrTo>
              </a:clrChange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34448" y="4103026"/>
              <a:ext cx="346075" cy="585522"/>
            </a:xfrm>
            <a:prstGeom prst="rect">
              <a:avLst/>
            </a:prstGeom>
          </p:spPr>
        </p:pic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BB1DA72C-DB03-E8CC-2CAB-50A868F5B1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0367" y="3957901"/>
              <a:ext cx="288789" cy="147372"/>
            </a:xfrm>
            <a:prstGeom prst="rect">
              <a:avLst/>
            </a:prstGeom>
          </p:spPr>
        </p:pic>
        <p:pic>
          <p:nvPicPr>
            <p:cNvPr id="34" name="图片 33">
              <a:extLst>
                <a:ext uri="{FF2B5EF4-FFF2-40B4-BE49-F238E27FC236}">
                  <a16:creationId xmlns:a16="http://schemas.microsoft.com/office/drawing/2014/main" id="{EFC4DFEC-61F9-9AED-1936-48B8877A4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0367" y="4148402"/>
              <a:ext cx="288789" cy="147372"/>
            </a:xfrm>
            <a:prstGeom prst="rect">
              <a:avLst/>
            </a:prstGeom>
          </p:spPr>
        </p:pic>
        <p:pic>
          <p:nvPicPr>
            <p:cNvPr id="35" name="图片 34">
              <a:extLst>
                <a:ext uri="{FF2B5EF4-FFF2-40B4-BE49-F238E27FC236}">
                  <a16:creationId xmlns:a16="http://schemas.microsoft.com/office/drawing/2014/main" id="{5FDE2296-CD53-8031-2422-3CDF3357A3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0367" y="4334141"/>
              <a:ext cx="288789" cy="147372"/>
            </a:xfrm>
            <a:prstGeom prst="rect">
              <a:avLst/>
            </a:prstGeom>
          </p:spPr>
        </p:pic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C378858E-602F-C4FF-28FF-E30496C787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0367" y="4531651"/>
              <a:ext cx="288789" cy="147372"/>
            </a:xfrm>
            <a:prstGeom prst="rect">
              <a:avLst/>
            </a:prstGeom>
          </p:spPr>
        </p:pic>
        <p:sp>
          <p:nvSpPr>
            <p:cNvPr id="37" name="流程图: 接点 36">
              <a:extLst>
                <a:ext uri="{FF2B5EF4-FFF2-40B4-BE49-F238E27FC236}">
                  <a16:creationId xmlns:a16="http://schemas.microsoft.com/office/drawing/2014/main" id="{5394E916-22A3-7F5B-254F-CA492240B8E8}"/>
                </a:ext>
              </a:extLst>
            </p:cNvPr>
            <p:cNvSpPr/>
            <p:nvPr/>
          </p:nvSpPr>
          <p:spPr>
            <a:xfrm>
              <a:off x="877773" y="3954066"/>
              <a:ext cx="71438" cy="73686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流程图: 接点 37">
              <a:extLst>
                <a:ext uri="{FF2B5EF4-FFF2-40B4-BE49-F238E27FC236}">
                  <a16:creationId xmlns:a16="http://schemas.microsoft.com/office/drawing/2014/main" id="{34F6075A-D6A7-F557-8B8E-4F99CED07AC4}"/>
                </a:ext>
              </a:extLst>
            </p:cNvPr>
            <p:cNvSpPr/>
            <p:nvPr/>
          </p:nvSpPr>
          <p:spPr>
            <a:xfrm>
              <a:off x="1058678" y="3954066"/>
              <a:ext cx="71438" cy="73686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560490BA-267B-E56B-48EE-9C2246EF25C5}"/>
                </a:ext>
              </a:extLst>
            </p:cNvPr>
            <p:cNvSpPr txBox="1"/>
            <p:nvPr/>
          </p:nvSpPr>
          <p:spPr>
            <a:xfrm>
              <a:off x="782055" y="4000379"/>
              <a:ext cx="271461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" dirty="0"/>
                <a:t>KL30</a:t>
              </a:r>
              <a:endParaRPr lang="zh-CN" altLang="en-US" sz="300" dirty="0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21CFA6A8-4E6C-D7F2-BBA3-26A79F27C232}"/>
                </a:ext>
              </a:extLst>
            </p:cNvPr>
            <p:cNvSpPr txBox="1"/>
            <p:nvPr/>
          </p:nvSpPr>
          <p:spPr>
            <a:xfrm>
              <a:off x="964339" y="4000379"/>
              <a:ext cx="271461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" dirty="0"/>
                <a:t>KL15</a:t>
              </a:r>
              <a:endParaRPr lang="zh-CN" altLang="en-US" sz="300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85FCF5BB-8435-66EC-AF03-37CF3D415BFD}"/>
                </a:ext>
              </a:extLst>
            </p:cNvPr>
            <p:cNvSpPr txBox="1"/>
            <p:nvPr/>
          </p:nvSpPr>
          <p:spPr>
            <a:xfrm>
              <a:off x="1315592" y="4064009"/>
              <a:ext cx="284788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" dirty="0"/>
                <a:t>CAN1</a:t>
              </a:r>
              <a:endParaRPr lang="zh-CN" altLang="en-US" sz="300" dirty="0"/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14ADC564-874F-2179-73DD-369C96E64B50}"/>
                </a:ext>
              </a:extLst>
            </p:cNvPr>
            <p:cNvSpPr txBox="1"/>
            <p:nvPr/>
          </p:nvSpPr>
          <p:spPr>
            <a:xfrm>
              <a:off x="1315592" y="4257540"/>
              <a:ext cx="284788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" dirty="0"/>
                <a:t>CAN2</a:t>
              </a:r>
              <a:endParaRPr lang="zh-CN" altLang="en-US" sz="300" dirty="0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E106C59F-C889-2BB3-7771-1CF81FBE7CB0}"/>
                </a:ext>
              </a:extLst>
            </p:cNvPr>
            <p:cNvSpPr txBox="1"/>
            <p:nvPr/>
          </p:nvSpPr>
          <p:spPr>
            <a:xfrm>
              <a:off x="1315592" y="4439919"/>
              <a:ext cx="284788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" dirty="0"/>
                <a:t>CAN3</a:t>
              </a:r>
              <a:endParaRPr lang="zh-CN" altLang="en-US" sz="300" dirty="0"/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B1963FC2-FBFD-3107-0590-779D99308847}"/>
                </a:ext>
              </a:extLst>
            </p:cNvPr>
            <p:cNvSpPr txBox="1"/>
            <p:nvPr/>
          </p:nvSpPr>
          <p:spPr>
            <a:xfrm>
              <a:off x="1315592" y="4641395"/>
              <a:ext cx="284788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" dirty="0"/>
                <a:t>CAN4</a:t>
              </a:r>
              <a:endParaRPr lang="zh-CN" altLang="en-US" sz="300" dirty="0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33FD0D7A-FF34-6A97-112F-AAEE831B8838}"/>
              </a:ext>
            </a:extLst>
          </p:cNvPr>
          <p:cNvGrpSpPr/>
          <p:nvPr/>
        </p:nvGrpSpPr>
        <p:grpSpPr>
          <a:xfrm>
            <a:off x="3594751" y="2895936"/>
            <a:ext cx="935513" cy="983406"/>
            <a:chOff x="782055" y="3954066"/>
            <a:chExt cx="826743" cy="823172"/>
          </a:xfrm>
        </p:grpSpPr>
        <p:pic>
          <p:nvPicPr>
            <p:cNvPr id="46" name="图片 45">
              <a:extLst>
                <a:ext uri="{FF2B5EF4-FFF2-40B4-BE49-F238E27FC236}">
                  <a16:creationId xmlns:a16="http://schemas.microsoft.com/office/drawing/2014/main" id="{A8C6C8D9-4329-ED72-8123-8426DFF8F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A6A5A6"/>
                </a:clrFrom>
                <a:clrTo>
                  <a:srgbClr val="A6A5A6">
                    <a:alpha val="0"/>
                  </a:srgbClr>
                </a:clrTo>
              </a:clrChange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66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34448" y="4103026"/>
              <a:ext cx="346075" cy="585522"/>
            </a:xfrm>
            <a:prstGeom prst="rect">
              <a:avLst/>
            </a:prstGeom>
          </p:spPr>
        </p:pic>
        <p:pic>
          <p:nvPicPr>
            <p:cNvPr id="47" name="图片 46">
              <a:extLst>
                <a:ext uri="{FF2B5EF4-FFF2-40B4-BE49-F238E27FC236}">
                  <a16:creationId xmlns:a16="http://schemas.microsoft.com/office/drawing/2014/main" id="{33B1856B-6CB1-0C16-F151-E273DE632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0367" y="3957901"/>
              <a:ext cx="288789" cy="147372"/>
            </a:xfrm>
            <a:prstGeom prst="rect">
              <a:avLst/>
            </a:prstGeom>
          </p:spPr>
        </p:pic>
        <p:pic>
          <p:nvPicPr>
            <p:cNvPr id="48" name="图片 47">
              <a:extLst>
                <a:ext uri="{FF2B5EF4-FFF2-40B4-BE49-F238E27FC236}">
                  <a16:creationId xmlns:a16="http://schemas.microsoft.com/office/drawing/2014/main" id="{AAF13D76-BA9B-D34A-3108-5D486BD1296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0367" y="4148402"/>
              <a:ext cx="288789" cy="147372"/>
            </a:xfrm>
            <a:prstGeom prst="rect">
              <a:avLst/>
            </a:prstGeom>
          </p:spPr>
        </p:pic>
        <p:pic>
          <p:nvPicPr>
            <p:cNvPr id="49" name="图片 48">
              <a:extLst>
                <a:ext uri="{FF2B5EF4-FFF2-40B4-BE49-F238E27FC236}">
                  <a16:creationId xmlns:a16="http://schemas.microsoft.com/office/drawing/2014/main" id="{545E1753-5619-8E67-B0C6-EA3809C5F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0367" y="4334141"/>
              <a:ext cx="288789" cy="147372"/>
            </a:xfrm>
            <a:prstGeom prst="rect">
              <a:avLst/>
            </a:prstGeom>
          </p:spPr>
        </p:pic>
        <p:pic>
          <p:nvPicPr>
            <p:cNvPr id="50" name="图片 49">
              <a:extLst>
                <a:ext uri="{FF2B5EF4-FFF2-40B4-BE49-F238E27FC236}">
                  <a16:creationId xmlns:a16="http://schemas.microsoft.com/office/drawing/2014/main" id="{86F18E69-D6E1-3DEA-8AC6-FEEE208AB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20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0367" y="4531651"/>
              <a:ext cx="288789" cy="147372"/>
            </a:xfrm>
            <a:prstGeom prst="rect">
              <a:avLst/>
            </a:prstGeom>
          </p:spPr>
        </p:pic>
        <p:sp>
          <p:nvSpPr>
            <p:cNvPr id="51" name="流程图: 接点 50">
              <a:extLst>
                <a:ext uri="{FF2B5EF4-FFF2-40B4-BE49-F238E27FC236}">
                  <a16:creationId xmlns:a16="http://schemas.microsoft.com/office/drawing/2014/main" id="{40DF8D7F-B565-06CF-27C1-903A994A2A93}"/>
                </a:ext>
              </a:extLst>
            </p:cNvPr>
            <p:cNvSpPr/>
            <p:nvPr/>
          </p:nvSpPr>
          <p:spPr>
            <a:xfrm>
              <a:off x="877773" y="3954066"/>
              <a:ext cx="71438" cy="73686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流程图: 接点 51">
              <a:extLst>
                <a:ext uri="{FF2B5EF4-FFF2-40B4-BE49-F238E27FC236}">
                  <a16:creationId xmlns:a16="http://schemas.microsoft.com/office/drawing/2014/main" id="{7732DFC5-A9C6-A9C3-4D85-84BD49692378}"/>
                </a:ext>
              </a:extLst>
            </p:cNvPr>
            <p:cNvSpPr/>
            <p:nvPr/>
          </p:nvSpPr>
          <p:spPr>
            <a:xfrm>
              <a:off x="1058678" y="3954066"/>
              <a:ext cx="71438" cy="73686"/>
            </a:xfrm>
            <a:prstGeom prst="flowChartConnector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D962FC91-6522-BD28-BB1A-E7A742748AF4}"/>
                </a:ext>
              </a:extLst>
            </p:cNvPr>
            <p:cNvSpPr txBox="1"/>
            <p:nvPr/>
          </p:nvSpPr>
          <p:spPr>
            <a:xfrm>
              <a:off x="782055" y="4000379"/>
              <a:ext cx="271461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" dirty="0"/>
                <a:t>KL30</a:t>
              </a:r>
              <a:endParaRPr lang="zh-CN" altLang="en-US" sz="300" dirty="0"/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406E66D4-47A6-99E1-F391-123D79BC4776}"/>
                </a:ext>
              </a:extLst>
            </p:cNvPr>
            <p:cNvSpPr txBox="1"/>
            <p:nvPr/>
          </p:nvSpPr>
          <p:spPr>
            <a:xfrm>
              <a:off x="964339" y="4000379"/>
              <a:ext cx="271461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" dirty="0"/>
                <a:t>KL15</a:t>
              </a:r>
              <a:endParaRPr lang="zh-CN" altLang="en-US" sz="300" dirty="0"/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6D90EF85-C615-FCAF-86A9-962E33C8F611}"/>
                </a:ext>
              </a:extLst>
            </p:cNvPr>
            <p:cNvSpPr txBox="1"/>
            <p:nvPr/>
          </p:nvSpPr>
          <p:spPr>
            <a:xfrm>
              <a:off x="1324010" y="4061351"/>
              <a:ext cx="284788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" dirty="0"/>
                <a:t>CAN1</a:t>
              </a:r>
              <a:endParaRPr lang="zh-CN" altLang="en-US" sz="300" dirty="0"/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61D52981-9FAA-B713-6441-0AF1DEF09706}"/>
                </a:ext>
              </a:extLst>
            </p:cNvPr>
            <p:cNvSpPr txBox="1"/>
            <p:nvPr/>
          </p:nvSpPr>
          <p:spPr>
            <a:xfrm>
              <a:off x="1324009" y="4254883"/>
              <a:ext cx="284788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" dirty="0"/>
                <a:t>CAN2</a:t>
              </a:r>
              <a:endParaRPr lang="zh-CN" altLang="en-US" sz="300" dirty="0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EBEF7E9F-806A-41A9-3395-4A523164FE5D}"/>
                </a:ext>
              </a:extLst>
            </p:cNvPr>
            <p:cNvSpPr txBox="1"/>
            <p:nvPr/>
          </p:nvSpPr>
          <p:spPr>
            <a:xfrm>
              <a:off x="1324009" y="4437262"/>
              <a:ext cx="284788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" dirty="0"/>
                <a:t>CAN3</a:t>
              </a:r>
              <a:endParaRPr lang="zh-CN" altLang="en-US" sz="300" dirty="0"/>
            </a:p>
          </p:txBody>
        </p:sp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9BA3BC56-2476-8512-11EC-9818AE56CA6E}"/>
                </a:ext>
              </a:extLst>
            </p:cNvPr>
            <p:cNvSpPr txBox="1"/>
            <p:nvPr/>
          </p:nvSpPr>
          <p:spPr>
            <a:xfrm>
              <a:off x="1324009" y="4638739"/>
              <a:ext cx="284788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00" dirty="0"/>
                <a:t>CAN4</a:t>
              </a:r>
              <a:endParaRPr lang="zh-CN" altLang="en-US" sz="300" dirty="0"/>
            </a:p>
          </p:txBody>
        </p:sp>
      </p:grp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BE4D0988-A0A1-172A-FE5C-E3DC8E856A5B}"/>
              </a:ext>
            </a:extLst>
          </p:cNvPr>
          <p:cNvCxnSpPr/>
          <p:nvPr/>
        </p:nvCxnSpPr>
        <p:spPr>
          <a:xfrm>
            <a:off x="484546" y="2788308"/>
            <a:ext cx="420778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41FA4B96-2580-7FEB-994C-78C2CA3C6884}"/>
              </a:ext>
            </a:extLst>
          </p:cNvPr>
          <p:cNvGrpSpPr/>
          <p:nvPr/>
        </p:nvGrpSpPr>
        <p:grpSpPr>
          <a:xfrm>
            <a:off x="3350563" y="2067891"/>
            <a:ext cx="1225594" cy="650787"/>
            <a:chOff x="2997675" y="3260944"/>
            <a:chExt cx="1083098" cy="544749"/>
          </a:xfrm>
        </p:grpSpPr>
        <p:sp>
          <p:nvSpPr>
            <p:cNvPr id="61" name="矩形: 圆角 60">
              <a:extLst>
                <a:ext uri="{FF2B5EF4-FFF2-40B4-BE49-F238E27FC236}">
                  <a16:creationId xmlns:a16="http://schemas.microsoft.com/office/drawing/2014/main" id="{30E9FCE4-FA81-C5BA-72DF-6E95ECE98EE9}"/>
                </a:ext>
              </a:extLst>
            </p:cNvPr>
            <p:cNvSpPr/>
            <p:nvPr/>
          </p:nvSpPr>
          <p:spPr>
            <a:xfrm>
              <a:off x="3025775" y="3260944"/>
              <a:ext cx="995629" cy="232828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03ACC0DB-10A2-2011-884C-EC4DE064CB70}"/>
                </a:ext>
              </a:extLst>
            </p:cNvPr>
            <p:cNvSpPr/>
            <p:nvPr/>
          </p:nvSpPr>
          <p:spPr>
            <a:xfrm>
              <a:off x="3025775" y="3531921"/>
              <a:ext cx="995629" cy="232828"/>
            </a:xfrm>
            <a:prstGeom prst="roundRect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流程图: 接点 62">
              <a:extLst>
                <a:ext uri="{FF2B5EF4-FFF2-40B4-BE49-F238E27FC236}">
                  <a16:creationId xmlns:a16="http://schemas.microsoft.com/office/drawing/2014/main" id="{D88BBAFE-9CFA-FAB1-77B5-2434468CD69F}"/>
                </a:ext>
              </a:extLst>
            </p:cNvPr>
            <p:cNvSpPr/>
            <p:nvPr/>
          </p:nvSpPr>
          <p:spPr>
            <a:xfrm>
              <a:off x="3098800" y="3320199"/>
              <a:ext cx="98425" cy="99128"/>
            </a:xfrm>
            <a:prstGeom prst="flowChartConnector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流程图: 接点 63">
              <a:extLst>
                <a:ext uri="{FF2B5EF4-FFF2-40B4-BE49-F238E27FC236}">
                  <a16:creationId xmlns:a16="http://schemas.microsoft.com/office/drawing/2014/main" id="{6A895D85-7F33-9867-5772-1FE76F493C0D}"/>
                </a:ext>
              </a:extLst>
            </p:cNvPr>
            <p:cNvSpPr/>
            <p:nvPr/>
          </p:nvSpPr>
          <p:spPr>
            <a:xfrm>
              <a:off x="3346459" y="3320199"/>
              <a:ext cx="98425" cy="99128"/>
            </a:xfrm>
            <a:prstGeom prst="flowChartConnector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流程图: 接点 64">
              <a:extLst>
                <a:ext uri="{FF2B5EF4-FFF2-40B4-BE49-F238E27FC236}">
                  <a16:creationId xmlns:a16="http://schemas.microsoft.com/office/drawing/2014/main" id="{74ABBCEF-7E69-403D-11E6-9B9011AC1160}"/>
                </a:ext>
              </a:extLst>
            </p:cNvPr>
            <p:cNvSpPr/>
            <p:nvPr/>
          </p:nvSpPr>
          <p:spPr>
            <a:xfrm>
              <a:off x="3594118" y="3320199"/>
              <a:ext cx="98425" cy="99128"/>
            </a:xfrm>
            <a:prstGeom prst="flowChartConnector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流程图: 接点 65">
              <a:extLst>
                <a:ext uri="{FF2B5EF4-FFF2-40B4-BE49-F238E27FC236}">
                  <a16:creationId xmlns:a16="http://schemas.microsoft.com/office/drawing/2014/main" id="{52139FD6-9499-4339-F17C-56570F72E4F2}"/>
                </a:ext>
              </a:extLst>
            </p:cNvPr>
            <p:cNvSpPr/>
            <p:nvPr/>
          </p:nvSpPr>
          <p:spPr>
            <a:xfrm>
              <a:off x="3841778" y="3320199"/>
              <a:ext cx="98425" cy="99128"/>
            </a:xfrm>
            <a:prstGeom prst="flowChartConnector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流程图: 接点 66">
              <a:extLst>
                <a:ext uri="{FF2B5EF4-FFF2-40B4-BE49-F238E27FC236}">
                  <a16:creationId xmlns:a16="http://schemas.microsoft.com/office/drawing/2014/main" id="{582B368B-0B9E-88F1-53BD-5CA7FF811415}"/>
                </a:ext>
              </a:extLst>
            </p:cNvPr>
            <p:cNvSpPr/>
            <p:nvPr/>
          </p:nvSpPr>
          <p:spPr>
            <a:xfrm>
              <a:off x="3098800" y="3588965"/>
              <a:ext cx="98425" cy="99128"/>
            </a:xfrm>
            <a:prstGeom prst="flowChartConnector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流程图: 接点 67">
              <a:extLst>
                <a:ext uri="{FF2B5EF4-FFF2-40B4-BE49-F238E27FC236}">
                  <a16:creationId xmlns:a16="http://schemas.microsoft.com/office/drawing/2014/main" id="{EB02BFFC-244A-4C80-FDEE-18D3537ECEA1}"/>
                </a:ext>
              </a:extLst>
            </p:cNvPr>
            <p:cNvSpPr/>
            <p:nvPr/>
          </p:nvSpPr>
          <p:spPr>
            <a:xfrm>
              <a:off x="3346459" y="3588965"/>
              <a:ext cx="98425" cy="99128"/>
            </a:xfrm>
            <a:prstGeom prst="flowChartConnector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流程图: 接点 68">
              <a:extLst>
                <a:ext uri="{FF2B5EF4-FFF2-40B4-BE49-F238E27FC236}">
                  <a16:creationId xmlns:a16="http://schemas.microsoft.com/office/drawing/2014/main" id="{0AB100A9-CD89-89B2-0DF6-043FD5C0B711}"/>
                </a:ext>
              </a:extLst>
            </p:cNvPr>
            <p:cNvSpPr/>
            <p:nvPr/>
          </p:nvSpPr>
          <p:spPr>
            <a:xfrm>
              <a:off x="3594118" y="3588965"/>
              <a:ext cx="98425" cy="99128"/>
            </a:xfrm>
            <a:prstGeom prst="flowChartConnector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流程图: 接点 69">
              <a:extLst>
                <a:ext uri="{FF2B5EF4-FFF2-40B4-BE49-F238E27FC236}">
                  <a16:creationId xmlns:a16="http://schemas.microsoft.com/office/drawing/2014/main" id="{DE04DD25-0C81-E6C3-2633-8EB18AC79170}"/>
                </a:ext>
              </a:extLst>
            </p:cNvPr>
            <p:cNvSpPr/>
            <p:nvPr/>
          </p:nvSpPr>
          <p:spPr>
            <a:xfrm>
              <a:off x="3841778" y="3588965"/>
              <a:ext cx="98425" cy="99128"/>
            </a:xfrm>
            <a:prstGeom prst="flowChartConnector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55D7DB07-FCEE-A7E9-CBA1-A6C4762CFA6B}"/>
                </a:ext>
              </a:extLst>
            </p:cNvPr>
            <p:cNvSpPr txBox="1"/>
            <p:nvPr/>
          </p:nvSpPr>
          <p:spPr>
            <a:xfrm>
              <a:off x="2999778" y="3379530"/>
              <a:ext cx="33855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" dirty="0"/>
                <a:t>Video1</a:t>
              </a:r>
              <a:endParaRPr lang="zh-CN" altLang="en-US" sz="400" dirty="0"/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ED537E82-5D82-2657-40FA-E2005FE248C3}"/>
                </a:ext>
              </a:extLst>
            </p:cNvPr>
            <p:cNvSpPr txBox="1"/>
            <p:nvPr/>
          </p:nvSpPr>
          <p:spPr>
            <a:xfrm>
              <a:off x="3243624" y="3379530"/>
              <a:ext cx="33855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" dirty="0"/>
                <a:t>Video2</a:t>
              </a:r>
              <a:endParaRPr lang="zh-CN" altLang="en-US" sz="400" dirty="0"/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9BB55450-76F3-FFA0-DDB5-AF32CCA45539}"/>
                </a:ext>
              </a:extLst>
            </p:cNvPr>
            <p:cNvSpPr txBox="1"/>
            <p:nvPr/>
          </p:nvSpPr>
          <p:spPr>
            <a:xfrm>
              <a:off x="3497892" y="3379530"/>
              <a:ext cx="33855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" dirty="0"/>
                <a:t>Video3</a:t>
              </a:r>
              <a:endParaRPr lang="zh-CN" altLang="en-US" sz="400" dirty="0"/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id="{EFDF17B0-283B-241B-B872-B76FECB71AAB}"/>
                </a:ext>
              </a:extLst>
            </p:cNvPr>
            <p:cNvSpPr txBox="1"/>
            <p:nvPr/>
          </p:nvSpPr>
          <p:spPr>
            <a:xfrm>
              <a:off x="3742219" y="3379530"/>
              <a:ext cx="33855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" dirty="0"/>
                <a:t>Video4</a:t>
              </a:r>
              <a:endParaRPr lang="zh-CN" altLang="en-US" sz="400" dirty="0"/>
            </a:p>
          </p:txBody>
        </p: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id="{8E47CB20-ED93-625C-2733-2A31E0E7C532}"/>
                </a:ext>
              </a:extLst>
            </p:cNvPr>
            <p:cNvSpPr txBox="1"/>
            <p:nvPr/>
          </p:nvSpPr>
          <p:spPr>
            <a:xfrm>
              <a:off x="2997675" y="3651805"/>
              <a:ext cx="33855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" dirty="0"/>
                <a:t>Video5</a:t>
              </a:r>
              <a:endParaRPr lang="zh-CN" altLang="en-US" sz="400" dirty="0"/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67DCDC5A-0E9A-1324-F7C2-E9EAB5CEA9C6}"/>
                </a:ext>
              </a:extLst>
            </p:cNvPr>
            <p:cNvSpPr txBox="1"/>
            <p:nvPr/>
          </p:nvSpPr>
          <p:spPr>
            <a:xfrm>
              <a:off x="3240552" y="3651459"/>
              <a:ext cx="338554" cy="1538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" dirty="0"/>
                <a:t>Video6</a:t>
              </a:r>
              <a:endParaRPr lang="zh-CN" altLang="en-US" sz="400" dirty="0"/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52DBAE1C-805D-76DF-E0AA-1893974E14C7}"/>
              </a:ext>
            </a:extLst>
          </p:cNvPr>
          <p:cNvGrpSpPr/>
          <p:nvPr/>
        </p:nvGrpSpPr>
        <p:grpSpPr>
          <a:xfrm>
            <a:off x="725771" y="2223637"/>
            <a:ext cx="1652612" cy="339537"/>
            <a:chOff x="574022" y="3590903"/>
            <a:chExt cx="1652612" cy="339537"/>
          </a:xfrm>
        </p:grpSpPr>
        <p:sp>
          <p:nvSpPr>
            <p:cNvPr id="78" name="矩形: 圆角 77">
              <a:extLst>
                <a:ext uri="{FF2B5EF4-FFF2-40B4-BE49-F238E27FC236}">
                  <a16:creationId xmlns:a16="http://schemas.microsoft.com/office/drawing/2014/main" id="{204CFF50-DE7D-BA0E-D10A-CF48E14C512A}"/>
                </a:ext>
              </a:extLst>
            </p:cNvPr>
            <p:cNvSpPr/>
            <p:nvPr/>
          </p:nvSpPr>
          <p:spPr>
            <a:xfrm>
              <a:off x="581281" y="3590903"/>
              <a:ext cx="1585657" cy="297267"/>
            </a:xfrm>
            <a:prstGeom prst="round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79DE2D99-6F2F-8A61-ECBF-3276DA48541E}"/>
                </a:ext>
              </a:extLst>
            </p:cNvPr>
            <p:cNvSpPr/>
            <p:nvPr/>
          </p:nvSpPr>
          <p:spPr>
            <a:xfrm>
              <a:off x="684180" y="3696900"/>
              <a:ext cx="138506" cy="8387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9F9B7C5A-B583-4769-20D5-1F014BDA96B9}"/>
                </a:ext>
              </a:extLst>
            </p:cNvPr>
            <p:cNvSpPr/>
            <p:nvPr/>
          </p:nvSpPr>
          <p:spPr>
            <a:xfrm>
              <a:off x="930752" y="3696899"/>
              <a:ext cx="138506" cy="8387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26E48A0F-5DA6-690F-8E79-04AB4FAD597B}"/>
                </a:ext>
              </a:extLst>
            </p:cNvPr>
            <p:cNvSpPr/>
            <p:nvPr/>
          </p:nvSpPr>
          <p:spPr>
            <a:xfrm>
              <a:off x="1180341" y="3698392"/>
              <a:ext cx="138506" cy="8387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DB3A3592-75C8-EF94-5D6D-1BA391233934}"/>
                </a:ext>
              </a:extLst>
            </p:cNvPr>
            <p:cNvSpPr txBox="1"/>
            <p:nvPr/>
          </p:nvSpPr>
          <p:spPr>
            <a:xfrm>
              <a:off x="1066951" y="3744984"/>
              <a:ext cx="413933" cy="1838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" dirty="0"/>
                <a:t>Base-T1</a:t>
              </a:r>
              <a:endParaRPr lang="zh-CN" altLang="en-US" sz="400" dirty="0"/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3D6DFEA2-B6C5-7EC8-5713-8D5E3EAC86F9}"/>
                </a:ext>
              </a:extLst>
            </p:cNvPr>
            <p:cNvSpPr txBox="1"/>
            <p:nvPr/>
          </p:nvSpPr>
          <p:spPr>
            <a:xfrm>
              <a:off x="820858" y="3746597"/>
              <a:ext cx="413933" cy="1838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" dirty="0"/>
                <a:t>Base-T1</a:t>
              </a:r>
              <a:endParaRPr lang="zh-CN" altLang="en-US" sz="400" dirty="0"/>
            </a:p>
          </p:txBody>
        </p: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36B0FDE1-DCFD-B4B9-D3CF-D2A539B87560}"/>
                </a:ext>
              </a:extLst>
            </p:cNvPr>
            <p:cNvSpPr txBox="1"/>
            <p:nvPr/>
          </p:nvSpPr>
          <p:spPr>
            <a:xfrm>
              <a:off x="574022" y="3746597"/>
              <a:ext cx="413933" cy="1838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" dirty="0"/>
                <a:t>Base-T1</a:t>
              </a:r>
              <a:endParaRPr lang="zh-CN" altLang="en-US" sz="400" dirty="0"/>
            </a:p>
          </p:txBody>
        </p:sp>
        <p:sp>
          <p:nvSpPr>
            <p:cNvPr id="85" name="矩形 84">
              <a:extLst>
                <a:ext uri="{FF2B5EF4-FFF2-40B4-BE49-F238E27FC236}">
                  <a16:creationId xmlns:a16="http://schemas.microsoft.com/office/drawing/2014/main" id="{3681A24C-45A0-028D-1476-E2F9DD0B26A7}"/>
                </a:ext>
              </a:extLst>
            </p:cNvPr>
            <p:cNvSpPr/>
            <p:nvPr/>
          </p:nvSpPr>
          <p:spPr>
            <a:xfrm>
              <a:off x="1429930" y="3696900"/>
              <a:ext cx="138506" cy="8387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B700ED91-9578-5353-34B7-9FB2ACE922A7}"/>
                </a:ext>
              </a:extLst>
            </p:cNvPr>
            <p:cNvSpPr/>
            <p:nvPr/>
          </p:nvSpPr>
          <p:spPr>
            <a:xfrm>
              <a:off x="1676502" y="3696899"/>
              <a:ext cx="138506" cy="8387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CDB34DF2-C1BA-479C-CE53-9D499F6177D7}"/>
                </a:ext>
              </a:extLst>
            </p:cNvPr>
            <p:cNvSpPr/>
            <p:nvPr/>
          </p:nvSpPr>
          <p:spPr>
            <a:xfrm>
              <a:off x="1926091" y="3698392"/>
              <a:ext cx="138506" cy="83873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文本框 87">
              <a:extLst>
                <a:ext uri="{FF2B5EF4-FFF2-40B4-BE49-F238E27FC236}">
                  <a16:creationId xmlns:a16="http://schemas.microsoft.com/office/drawing/2014/main" id="{4DF75B4B-D489-3B26-FA8D-B0AEC15C2A84}"/>
                </a:ext>
              </a:extLst>
            </p:cNvPr>
            <p:cNvSpPr txBox="1"/>
            <p:nvPr/>
          </p:nvSpPr>
          <p:spPr>
            <a:xfrm>
              <a:off x="1812701" y="3744984"/>
              <a:ext cx="413933" cy="1838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" dirty="0"/>
                <a:t>Base-T1</a:t>
              </a:r>
              <a:endParaRPr lang="zh-CN" altLang="en-US" sz="400" dirty="0"/>
            </a:p>
          </p:txBody>
        </p:sp>
        <p:sp>
          <p:nvSpPr>
            <p:cNvPr id="89" name="文本框 88">
              <a:extLst>
                <a:ext uri="{FF2B5EF4-FFF2-40B4-BE49-F238E27FC236}">
                  <a16:creationId xmlns:a16="http://schemas.microsoft.com/office/drawing/2014/main" id="{00DE2072-3414-D50B-15A4-08D919B48E9E}"/>
                </a:ext>
              </a:extLst>
            </p:cNvPr>
            <p:cNvSpPr txBox="1"/>
            <p:nvPr/>
          </p:nvSpPr>
          <p:spPr>
            <a:xfrm>
              <a:off x="1566608" y="3746597"/>
              <a:ext cx="413933" cy="1838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" dirty="0"/>
                <a:t>Base-T1</a:t>
              </a:r>
              <a:endParaRPr lang="zh-CN" altLang="en-US" sz="400" dirty="0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5B8D18F6-B201-257D-73FC-DB531227211C}"/>
                </a:ext>
              </a:extLst>
            </p:cNvPr>
            <p:cNvSpPr txBox="1"/>
            <p:nvPr/>
          </p:nvSpPr>
          <p:spPr>
            <a:xfrm>
              <a:off x="1319772" y="3746597"/>
              <a:ext cx="413933" cy="1838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400" dirty="0"/>
                <a:t>Base-T1</a:t>
              </a:r>
              <a:endParaRPr lang="zh-CN" altLang="en-US" sz="400" dirty="0"/>
            </a:p>
          </p:txBody>
        </p:sp>
      </p:grpSp>
      <p:sp>
        <p:nvSpPr>
          <p:cNvPr id="91" name="文本框 90">
            <a:extLst>
              <a:ext uri="{FF2B5EF4-FFF2-40B4-BE49-F238E27FC236}">
                <a16:creationId xmlns:a16="http://schemas.microsoft.com/office/drawing/2014/main" id="{838100CE-A08A-F787-5BD9-D7EA7C7C943E}"/>
              </a:ext>
            </a:extLst>
          </p:cNvPr>
          <p:cNvSpPr txBox="1"/>
          <p:nvPr/>
        </p:nvSpPr>
        <p:spPr>
          <a:xfrm>
            <a:off x="1078728" y="2625332"/>
            <a:ext cx="80021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" dirty="0"/>
              <a:t>车载以太网交换机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9CBD27C-D9C8-8D32-0429-C054A7DE3386}"/>
              </a:ext>
            </a:extLst>
          </p:cNvPr>
          <p:cNvSpPr txBox="1"/>
          <p:nvPr/>
        </p:nvSpPr>
        <p:spPr>
          <a:xfrm>
            <a:off x="3614759" y="2641086"/>
            <a:ext cx="52129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" dirty="0"/>
              <a:t>Video Box</a:t>
            </a:r>
            <a:endParaRPr lang="zh-CN" altLang="en-US" sz="600" dirty="0"/>
          </a:p>
        </p:txBody>
      </p:sp>
    </p:spTree>
    <p:extLst>
      <p:ext uri="{BB962C8B-B14F-4D97-AF65-F5344CB8AC3E}">
        <p14:creationId xmlns:p14="http://schemas.microsoft.com/office/powerpoint/2010/main" val="4073521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79A3A-24BB-B4FF-E802-66E4DBF48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8B20B3B-244E-096D-0885-C0823BDCBF74}"/>
              </a:ext>
            </a:extLst>
          </p:cNvPr>
          <p:cNvSpPr txBox="1"/>
          <p:nvPr/>
        </p:nvSpPr>
        <p:spPr>
          <a:xfrm>
            <a:off x="385482" y="242047"/>
            <a:ext cx="3720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测试软件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56BCD78-BC49-1A89-9CF4-8EF108439AD8}"/>
              </a:ext>
            </a:extLst>
          </p:cNvPr>
          <p:cNvSpPr txBox="1"/>
          <p:nvPr/>
        </p:nvSpPr>
        <p:spPr>
          <a:xfrm>
            <a:off x="618565" y="905435"/>
            <a:ext cx="37920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测试</a:t>
            </a:r>
            <a:r>
              <a:rPr lang="en-US" altLang="zh-CN" dirty="0">
                <a:solidFill>
                  <a:srgbClr val="FF0000"/>
                </a:solidFill>
              </a:rPr>
              <a:t>Todo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58040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A58B25-7514-0516-E9CF-C84C92716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EED2712-7AFF-11E2-E8F0-B42CEC1F3560}"/>
              </a:ext>
            </a:extLst>
          </p:cNvPr>
          <p:cNvSpPr txBox="1"/>
          <p:nvPr/>
        </p:nvSpPr>
        <p:spPr>
          <a:xfrm>
            <a:off x="385482" y="242047"/>
            <a:ext cx="37203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后期数据分析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45756387-2CF6-6905-7338-B3421FAC888B}"/>
              </a:ext>
            </a:extLst>
          </p:cNvPr>
          <p:cNvSpPr/>
          <p:nvPr/>
        </p:nvSpPr>
        <p:spPr>
          <a:xfrm>
            <a:off x="1506070" y="1576616"/>
            <a:ext cx="2345467" cy="24317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FK_ZCUTEST Platform</a:t>
            </a:r>
            <a:endParaRPr lang="zh-CN" altLang="en-US" dirty="0"/>
          </a:p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079C313-206A-8453-45C3-B152235AFBFA}"/>
              </a:ext>
            </a:extLst>
          </p:cNvPr>
          <p:cNvSpPr/>
          <p:nvPr/>
        </p:nvSpPr>
        <p:spPr>
          <a:xfrm>
            <a:off x="5242112" y="1576616"/>
            <a:ext cx="2824480" cy="236066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 err="1"/>
              <a:t>DataAnalysis</a:t>
            </a:r>
            <a:endParaRPr lang="zh-CN" altLang="en-US" dirty="0"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5FF50393-F801-467E-785E-34BD740C62FE}"/>
              </a:ext>
            </a:extLst>
          </p:cNvPr>
          <p:cNvSpPr/>
          <p:nvPr/>
        </p:nvSpPr>
        <p:spPr>
          <a:xfrm>
            <a:off x="3851537" y="2544225"/>
            <a:ext cx="1390575" cy="3328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Record.dat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975971C-7FF9-565D-6E18-7371F6A1A2C6}"/>
              </a:ext>
            </a:extLst>
          </p:cNvPr>
          <p:cNvSpPr txBox="1"/>
          <p:nvPr/>
        </p:nvSpPr>
        <p:spPr>
          <a:xfrm>
            <a:off x="493059" y="4635053"/>
            <a:ext cx="9717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由于测试平台记录了整个实验过程的所有</a:t>
            </a:r>
            <a:r>
              <a:rPr lang="en-US" altLang="zh-CN" dirty="0"/>
              <a:t>PIN</a:t>
            </a:r>
            <a:r>
              <a:rPr lang="zh-CN" altLang="en-US" dirty="0"/>
              <a:t>的信息，可以通过</a:t>
            </a:r>
            <a:r>
              <a:rPr lang="en-US" altLang="zh-CN" dirty="0" err="1"/>
              <a:t>DataAnalysis</a:t>
            </a:r>
            <a:r>
              <a:rPr lang="zh-CN" altLang="en-US" dirty="0"/>
              <a:t>很方便的查看整个实验过程的数据，便于问题的分析。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5932F9-DFD1-9471-E10A-210240B94194}"/>
              </a:ext>
            </a:extLst>
          </p:cNvPr>
          <p:cNvSpPr txBox="1"/>
          <p:nvPr/>
        </p:nvSpPr>
        <p:spPr>
          <a:xfrm>
            <a:off x="493059" y="753035"/>
            <a:ext cx="10399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丰柯提供一套</a:t>
            </a:r>
            <a:r>
              <a:rPr lang="en-US" altLang="zh-CN" dirty="0" err="1"/>
              <a:t>DataAnalysis</a:t>
            </a:r>
            <a:r>
              <a:rPr lang="zh-CN" altLang="en-US" dirty="0"/>
              <a:t>数据分析回放软件。</a:t>
            </a:r>
          </a:p>
        </p:txBody>
      </p:sp>
    </p:spTree>
    <p:extLst>
      <p:ext uri="{BB962C8B-B14F-4D97-AF65-F5344CB8AC3E}">
        <p14:creationId xmlns:p14="http://schemas.microsoft.com/office/powerpoint/2010/main" val="1444764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766</Words>
  <Application>Microsoft Office PowerPoint</Application>
  <PresentationFormat>宽屏</PresentationFormat>
  <Paragraphs>129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等线</vt:lpstr>
      <vt:lpstr>等线 Light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tl yu</dc:creator>
  <cp:lastModifiedBy>tl yu</cp:lastModifiedBy>
  <cp:revision>31</cp:revision>
  <dcterms:created xsi:type="dcterms:W3CDTF">2026-03-30T01:24:24Z</dcterms:created>
  <dcterms:modified xsi:type="dcterms:W3CDTF">2026-03-30T03:13:20Z</dcterms:modified>
</cp:coreProperties>
</file>